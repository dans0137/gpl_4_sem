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theme/themeOverride1.xml" ContentType="application/vnd.openxmlformats-officedocument.themeOverr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7" r:id="rId2"/>
    <p:sldId id="281" r:id="rId3"/>
    <p:sldId id="282" r:id="rId4"/>
    <p:sldId id="441" r:id="rId5"/>
    <p:sldId id="283" r:id="rId6"/>
    <p:sldId id="442" r:id="rId7"/>
    <p:sldId id="292" r:id="rId8"/>
    <p:sldId id="285" r:id="rId9"/>
    <p:sldId id="439" r:id="rId10"/>
    <p:sldId id="269" r:id="rId11"/>
    <p:sldId id="279" r:id="rId12"/>
    <p:sldId id="259" r:id="rId13"/>
    <p:sldId id="288" r:id="rId14"/>
    <p:sldId id="289" r:id="rId15"/>
    <p:sldId id="291" r:id="rId16"/>
    <p:sldId id="440" r:id="rId17"/>
    <p:sldId id="290" r:id="rId18"/>
    <p:sldId id="278" r:id="rId1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C388D"/>
    <a:srgbClr val="B3B2CB"/>
    <a:srgbClr val="6F6CA8"/>
    <a:srgbClr val="C3F0F8"/>
    <a:srgbClr val="72DBEF"/>
    <a:srgbClr val="E2EEC4"/>
    <a:srgbClr val="BCD675"/>
    <a:srgbClr val="D1BED9"/>
    <a:srgbClr val="9366A6"/>
    <a:srgbClr val="7CDD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154"/>
    <p:restoredTop sz="94668"/>
  </p:normalViewPr>
  <p:slideViewPr>
    <p:cSldViewPr snapToGrid="0">
      <p:cViewPr varScale="1">
        <p:scale>
          <a:sx n="82" d="100"/>
          <a:sy n="82" d="100"/>
        </p:scale>
        <p:origin x="989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autoTitleDeleted val="0"/>
    <c:plotArea>
      <c:layout>
        <c:manualLayout>
          <c:layoutTarget val="inner"/>
          <c:xMode val="edge"/>
          <c:yMode val="edge"/>
          <c:x val="7.4195710212639376E-2"/>
          <c:y val="4.6256704270135007E-2"/>
          <c:w val="0.6998843814856156"/>
          <c:h val="0.83829543515490079"/>
        </c:manualLayout>
      </c:layout>
      <c:lineChart>
        <c:grouping val="standar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Показатель 1</c:v>
                </c:pt>
              </c:strCache>
            </c:strRef>
          </c:tx>
          <c:spPr>
            <a:ln w="19050" cap="rnd" cmpd="sng" algn="ctr">
              <a:solidFill>
                <a:srgbClr val="C5C4DD"/>
              </a:solidFill>
              <a:prstDash val="solid"/>
              <a:round/>
            </a:ln>
            <a:effectLst/>
          </c:spPr>
          <c:marker>
            <c:symbol val="none"/>
          </c:marker>
          <c:dLbls>
            <c:dLbl>
              <c:idx val="0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6F56-48F5-92D8-C3BB826C8C90}"/>
                </c:ext>
              </c:extLst>
            </c:dLbl>
            <c:dLbl>
              <c:idx val="1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6F56-48F5-92D8-C3BB826C8C90}"/>
                </c:ext>
              </c:extLst>
            </c:dLbl>
            <c:dLbl>
              <c:idx val="2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6F56-48F5-92D8-C3BB826C8C90}"/>
                </c:ext>
              </c:extLst>
            </c:dLbl>
            <c:dLbl>
              <c:idx val="3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6F56-48F5-92D8-C3BB826C8C90}"/>
                </c:ext>
              </c:extLst>
            </c:dLbl>
            <c:dLbl>
              <c:idx val="4"/>
              <c:layout>
                <c:manualLayout>
                  <c:x val="-3.7530174128347409E-2"/>
                  <c:y val="-4.8599272453924355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 algn="ctr" rtl="0">
                    <a:defRPr sz="1200" b="0" i="0" u="none" strike="noStrike" kern="1200" baseline="0">
                      <a:solidFill>
                        <a:schemeClr val="tx1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+mn-cs"/>
                    </a:defRPr>
                  </a:pPr>
                  <a:endParaRPr lang="ru-RU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6F56-48F5-92D8-C3BB826C8C90}"/>
                </c:ext>
              </c:extLst>
            </c:dLbl>
            <c:dLbl>
              <c:idx val="7"/>
              <c:layout>
                <c:manualLayout>
                  <c:x val="-4.627796778479816E-2"/>
                  <c:y val="-7.4583540276789678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 algn="ctr" rtl="0">
                    <a:defRPr sz="1200" b="0" i="0" u="none" strike="noStrike" kern="1200" baseline="0">
                      <a:solidFill>
                        <a:schemeClr val="tx1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+mn-cs"/>
                    </a:defRPr>
                  </a:pPr>
                  <a:endParaRPr lang="ru-RU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6F56-48F5-92D8-C3BB826C8C90}"/>
                </c:ext>
              </c:extLst>
            </c:dLbl>
            <c:dLbl>
              <c:idx val="8"/>
              <c:layout>
                <c:manualLayout>
                  <c:x val="-4.0306617102888742E-2"/>
                  <c:y val="-7.458354027678966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6F56-48F5-92D8-C3BB826C8C90}"/>
                </c:ext>
              </c:extLst>
            </c:dLbl>
            <c:dLbl>
              <c:idx val="9"/>
              <c:layout>
                <c:manualLayout>
                  <c:x val="-5.3580504943895123E-2"/>
                  <c:y val="-5.124625562095309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6F56-48F5-92D8-C3BB826C8C90}"/>
                </c:ext>
              </c:extLst>
            </c:dLbl>
            <c:dLbl>
              <c:idx val="10"/>
              <c:layout>
                <c:manualLayout>
                  <c:x val="-5.057169573751065E-2"/>
                  <c:y val="-4.858254678314027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6F56-48F5-92D8-C3BB826C8C90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+mn-cs"/>
                  </a:defRPr>
                </a:pPr>
                <a:endParaRPr lang="ru-RU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Лист1!$A$2:$A$6</c:f>
              <c:numCache>
                <c:formatCode>General</c:formatCode>
                <c:ptCount val="5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</c:numCache>
            </c:numRef>
          </c:cat>
          <c:val>
            <c:numRef>
              <c:f>Лист1!$B$2:$B$6</c:f>
              <c:numCache>
                <c:formatCode>General</c:formatCode>
                <c:ptCount val="5"/>
                <c:pt idx="0">
                  <c:v>821</c:v>
                </c:pt>
                <c:pt idx="1">
                  <c:v>864</c:v>
                </c:pt>
                <c:pt idx="2">
                  <c:v>922</c:v>
                </c:pt>
                <c:pt idx="3">
                  <c:v>1159</c:v>
                </c:pt>
                <c:pt idx="4">
                  <c:v>1239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B-6F56-48F5-92D8-C3BB826C8C90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Показатель 2</c:v>
                </c:pt>
              </c:strCache>
            </c:strRef>
          </c:tx>
          <c:spPr>
            <a:ln w="19050" cap="rnd" cmpd="sng" algn="ctr">
              <a:solidFill>
                <a:srgbClr val="7774B0"/>
              </a:solidFill>
              <a:prstDash val="solid"/>
              <a:round/>
            </a:ln>
            <a:effectLst/>
          </c:spPr>
          <c:marker>
            <c:symbol val="none"/>
          </c:marker>
          <c:dLbls>
            <c:dLbl>
              <c:idx val="0"/>
              <c:layout>
                <c:manualLayout>
                  <c:x val="-3.1864893099920924E-2"/>
                  <c:y val="-6.9553253498510922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6F56-48F5-92D8-C3BB826C8C90}"/>
                </c:ext>
              </c:extLst>
            </c:dLbl>
            <c:dLbl>
              <c:idx val="1"/>
              <c:layout>
                <c:manualLayout>
                  <c:x val="-3.4168305051545646E-2"/>
                  <c:y val="-7.8224849242828576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6F56-48F5-92D8-C3BB826C8C90}"/>
                </c:ext>
              </c:extLst>
            </c:dLbl>
            <c:dLbl>
              <c:idx val="3"/>
              <c:layout>
                <c:manualLayout>
                  <c:x val="-4.0440066844424749E-2"/>
                  <c:y val="-5.8240699818565424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6F56-48F5-92D8-C3BB826C8C90}"/>
                </c:ext>
              </c:extLst>
            </c:dLbl>
            <c:dLbl>
              <c:idx val="4"/>
              <c:layout>
                <c:manualLayout>
                  <c:x val="-3.9093657109057579E-2"/>
                  <c:y val="-5.7269504141106466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 algn="ctr" rtl="0">
                    <a:defRPr sz="1200" b="0" i="0" u="none" strike="noStrike" kern="1200" baseline="0">
                      <a:solidFill>
                        <a:schemeClr val="tx1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+mn-cs"/>
                    </a:defRPr>
                  </a:pPr>
                  <a:endParaRPr lang="ru-RU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E417-A841-84AA-545BD30F2F02}"/>
                </c:ext>
              </c:extLst>
            </c:dLbl>
            <c:dLbl>
              <c:idx val="7"/>
              <c:layout>
                <c:manualLayout>
                  <c:x val="-4.6557845461444348E-2"/>
                  <c:y val="-7.0587993476247335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 algn="ctr" rtl="0">
                    <a:defRPr sz="1200" b="0" i="0" u="none" strike="noStrike" kern="1200" baseline="0">
                      <a:solidFill>
                        <a:schemeClr val="tx1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+mn-cs"/>
                    </a:defRPr>
                  </a:pPr>
                  <a:endParaRPr lang="ru-RU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2-6F56-48F5-92D8-C3BB826C8C90}"/>
                </c:ext>
              </c:extLst>
            </c:dLbl>
            <c:dLbl>
              <c:idx val="8"/>
              <c:layout>
                <c:manualLayout>
                  <c:x val="-4.8547081043923773E-2"/>
                  <c:y val="-5.5005360954132394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3-6F56-48F5-92D8-C3BB826C8C90}"/>
                </c:ext>
              </c:extLst>
            </c:dLbl>
            <c:dLbl>
              <c:idx val="9"/>
              <c:layout>
                <c:manualLayout>
                  <c:x val="-4.5561405702969029E-2"/>
                  <c:y val="-5.500536095413238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4-6F56-48F5-92D8-C3BB826C8C90}"/>
                </c:ext>
              </c:extLst>
            </c:dLbl>
            <c:dLbl>
              <c:idx val="10"/>
              <c:layout>
                <c:manualLayout>
                  <c:x val="-4.7054243373446387E-2"/>
                  <c:y val="-6.0332756688188813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5-6F56-48F5-92D8-C3BB826C8C90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+mn-cs"/>
                  </a:defRPr>
                </a:pPr>
                <a:endParaRPr lang="ru-RU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Лист1!$A$2:$A$6</c:f>
              <c:numCache>
                <c:formatCode>General</c:formatCode>
                <c:ptCount val="5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</c:numCache>
            </c:numRef>
          </c:cat>
          <c:val>
            <c:numRef>
              <c:f>Лист1!$C$2:$C$6</c:f>
              <c:numCache>
                <c:formatCode>General</c:formatCode>
                <c:ptCount val="5"/>
                <c:pt idx="0">
                  <c:v>402</c:v>
                </c:pt>
                <c:pt idx="1">
                  <c:v>468</c:v>
                </c:pt>
                <c:pt idx="2">
                  <c:v>612</c:v>
                </c:pt>
                <c:pt idx="3">
                  <c:v>785</c:v>
                </c:pt>
                <c:pt idx="4">
                  <c:v>919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16-6F56-48F5-92D8-C3BB826C8C90}"/>
            </c:ext>
          </c:extLst>
        </c:ser>
        <c:ser>
          <c:idx val="2"/>
          <c:order val="2"/>
          <c:tx>
            <c:strRef>
              <c:f>Лист1!$D$1</c:f>
              <c:strCache>
                <c:ptCount val="1"/>
                <c:pt idx="0">
                  <c:v>Показатель 3</c:v>
                </c:pt>
              </c:strCache>
            </c:strRef>
          </c:tx>
          <c:spPr>
            <a:ln w="19050" cap="rnd" cmpd="sng" algn="ctr">
              <a:solidFill>
                <a:srgbClr val="3C388D"/>
              </a:solidFill>
              <a:prstDash val="solid"/>
              <a:round/>
            </a:ln>
            <a:effectLst/>
          </c:spPr>
          <c:marker>
            <c:symbol val="none"/>
          </c:marker>
          <c:dLbls>
            <c:dLbl>
              <c:idx val="4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 algn="ctr" rtl="0">
                    <a:defRPr sz="1200" b="0" i="0" u="none" strike="noStrike" kern="1200" baseline="0">
                      <a:solidFill>
                        <a:schemeClr val="tx1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+mn-cs"/>
                    </a:defRPr>
                  </a:pPr>
                  <a:endParaRPr lang="ru-RU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E417-A841-84AA-545BD30F2F02}"/>
                </c:ext>
              </c:extLst>
            </c:dLbl>
            <c:dLbl>
              <c:idx val="7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 algn="ctr" rtl="0">
                    <a:defRPr sz="1200" b="0" i="0" u="none" strike="noStrike" kern="1200" baseline="0">
                      <a:solidFill>
                        <a:schemeClr val="tx1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+mn-cs"/>
                    </a:defRPr>
                  </a:pPr>
                  <a:endParaRPr lang="ru-RU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19-6F56-48F5-92D8-C3BB826C8C90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+mn-cs"/>
                  </a:defRPr>
                </a:pPr>
                <a:endParaRPr lang="ru-RU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Лист1!$A$2:$A$6</c:f>
              <c:numCache>
                <c:formatCode>General</c:formatCode>
                <c:ptCount val="5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</c:numCache>
            </c:numRef>
          </c:cat>
          <c:val>
            <c:numRef>
              <c:f>Лист1!$D$2:$D$6</c:f>
              <c:numCache>
                <c:formatCode>General</c:formatCode>
                <c:ptCount val="5"/>
                <c:pt idx="0">
                  <c:v>119</c:v>
                </c:pt>
                <c:pt idx="1">
                  <c:v>96</c:v>
                </c:pt>
                <c:pt idx="2">
                  <c:v>10</c:v>
                </c:pt>
                <c:pt idx="3">
                  <c:v>74</c:v>
                </c:pt>
                <c:pt idx="4">
                  <c:v>20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1D-6F56-48F5-92D8-C3BB826C8C9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851913832"/>
        <c:axId val="851921672"/>
      </c:lineChart>
      <c:catAx>
        <c:axId val="85191383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6350" cap="flat" cmpd="sng" algn="ctr">
            <a:solidFill>
              <a:srgbClr val="3C388D">
                <a:alpha val="25000"/>
              </a:srgb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pPr>
            <a:endParaRPr lang="ru-RU"/>
          </a:p>
        </c:txPr>
        <c:crossAx val="851921672"/>
        <c:crosses val="autoZero"/>
        <c:auto val="1"/>
        <c:lblAlgn val="ctr"/>
        <c:lblOffset val="100"/>
        <c:noMultiLvlLbl val="0"/>
      </c:catAx>
      <c:valAx>
        <c:axId val="85192167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chemeClr val="bg1">
                  <a:lumMod val="85000"/>
                  <a:alpha val="37000"/>
                </a:schemeClr>
              </a:solidFill>
              <a:prstDash val="solid"/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 w="6350" cap="flat" cmpd="sng" algn="ctr">
            <a:solidFill>
              <a:srgbClr val="3C388D">
                <a:alpha val="25000"/>
              </a:srgb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pPr>
            <a:endParaRPr lang="ru-RU"/>
          </a:p>
        </c:txPr>
        <c:crossAx val="851913832"/>
        <c:crosses val="autoZero"/>
        <c:crossBetween val="between"/>
      </c:valAx>
      <c:spPr>
        <a:noFill/>
        <a:ln>
          <a:solidFill>
            <a:srgbClr val="C5C4DD"/>
          </a:solidFill>
        </a:ln>
        <a:effectLst/>
      </c:spPr>
    </c:plotArea>
    <c:legend>
      <c:legendPos val="r"/>
      <c:layout>
        <c:manualLayout>
          <c:xMode val="edge"/>
          <c:yMode val="edge"/>
          <c:x val="0.80567901234568584"/>
          <c:y val="0.28512654356355982"/>
          <c:w val="0.19432100171628688"/>
          <c:h val="0.37743373180211925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+mn-cs"/>
            </a:defRPr>
          </a:pPr>
          <a:endParaRPr lang="ru-RU"/>
        </a:p>
      </c:txPr>
    </c:legend>
    <c:plotVisOnly val="1"/>
    <c:dispBlanksAs val="gap"/>
    <c:showDLblsOverMax val="0"/>
  </c:chart>
  <c:spPr>
    <a:noFill/>
    <a:ln w="6350" cap="flat" cmpd="sng" algn="ctr">
      <a:noFill/>
      <a:prstDash val="solid"/>
      <a:miter lim="800000"/>
    </a:ln>
    <a:effectLst/>
  </c:spPr>
  <c:txPr>
    <a:bodyPr/>
    <a:lstStyle/>
    <a:p>
      <a:pPr>
        <a:defRPr sz="1600">
          <a:latin typeface="Verdana" panose="020B0604030504040204" pitchFamily="34" charset="0"/>
          <a:ea typeface="Verdana" panose="020B0604030504040204" pitchFamily="34" charset="0"/>
        </a:defRPr>
      </a:pPr>
      <a:endParaRPr lang="ru-RU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autoTitleDeleted val="0"/>
    <c:plotArea>
      <c:layout>
        <c:manualLayout>
          <c:layoutTarget val="inner"/>
          <c:xMode val="edge"/>
          <c:yMode val="edge"/>
          <c:x val="7.4195710212639376E-2"/>
          <c:y val="4.6256704270135007E-2"/>
          <c:w val="0.6998843814856156"/>
          <c:h val="0.8382954351549007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Показатель 1</c:v>
                </c:pt>
              </c:strCache>
            </c:strRef>
          </c:tx>
          <c:spPr>
            <a:solidFill>
              <a:srgbClr val="D1BED9"/>
            </a:solidFill>
            <a:ln>
              <a:solidFill>
                <a:srgbClr val="D1D0EC"/>
              </a:solidFill>
            </a:ln>
            <a:effectLst/>
          </c:spPr>
          <c:invertIfNegative val="0"/>
          <c:dLbls>
            <c:dLbl>
              <c:idx val="0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6F56-48F5-92D8-C3BB826C8C90}"/>
                </c:ext>
              </c:extLst>
            </c:dLbl>
            <c:dLbl>
              <c:idx val="1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6F56-48F5-92D8-C3BB826C8C90}"/>
                </c:ext>
              </c:extLst>
            </c:dLbl>
            <c:dLbl>
              <c:idx val="2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6F56-48F5-92D8-C3BB826C8C90}"/>
                </c:ext>
              </c:extLst>
            </c:dLbl>
            <c:dLbl>
              <c:idx val="3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6F56-48F5-92D8-C3BB826C8C90}"/>
                </c:ext>
              </c:extLst>
            </c:dLbl>
            <c:dLbl>
              <c:idx val="4"/>
              <c:layout>
                <c:manualLayout>
                  <c:x val="5.0155636575988276E-3"/>
                  <c:y val="-4.6769121960909517E-3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 algn="ctr" rtl="0">
                    <a:defRPr sz="1200" b="0" i="0" u="none" strike="noStrike" kern="1200" baseline="0">
                      <a:solidFill>
                        <a:schemeClr val="tx1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+mn-cs"/>
                    </a:defRPr>
                  </a:pPr>
                  <a:endParaRPr lang="ru-RU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6F56-48F5-92D8-C3BB826C8C90}"/>
                </c:ext>
              </c:extLst>
            </c:dLbl>
            <c:dLbl>
              <c:idx val="7"/>
              <c:layout>
                <c:manualLayout>
                  <c:x val="-4.627796778479816E-2"/>
                  <c:y val="-7.4583540276789678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 algn="ctr" rtl="0">
                    <a:defRPr sz="1200" b="0" i="0" u="none" strike="noStrike" kern="1200" baseline="0">
                      <a:solidFill>
                        <a:schemeClr val="tx1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+mn-cs"/>
                    </a:defRPr>
                  </a:pPr>
                  <a:endParaRPr lang="ru-RU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6F56-48F5-92D8-C3BB826C8C90}"/>
                </c:ext>
              </c:extLst>
            </c:dLbl>
            <c:dLbl>
              <c:idx val="8"/>
              <c:layout>
                <c:manualLayout>
                  <c:x val="-4.0306617102888742E-2"/>
                  <c:y val="-7.458354027678966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6F56-48F5-92D8-C3BB826C8C90}"/>
                </c:ext>
              </c:extLst>
            </c:dLbl>
            <c:dLbl>
              <c:idx val="9"/>
              <c:layout>
                <c:manualLayout>
                  <c:x val="-5.3580504943895123E-2"/>
                  <c:y val="-5.124625562095309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6F56-48F5-92D8-C3BB826C8C90}"/>
                </c:ext>
              </c:extLst>
            </c:dLbl>
            <c:dLbl>
              <c:idx val="10"/>
              <c:layout>
                <c:manualLayout>
                  <c:x val="-5.057169573751065E-2"/>
                  <c:y val="-4.858254678314027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6F56-48F5-92D8-C3BB826C8C90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+mn-cs"/>
                  </a:defRPr>
                </a:pPr>
                <a:endParaRPr lang="ru-RU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Лист1!$A$2:$A$6</c:f>
              <c:numCache>
                <c:formatCode>General</c:formatCode>
                <c:ptCount val="5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</c:numCache>
            </c:numRef>
          </c:cat>
          <c:val>
            <c:numRef>
              <c:f>Лист1!$B$2:$B$6</c:f>
              <c:numCache>
                <c:formatCode>General</c:formatCode>
                <c:ptCount val="5"/>
                <c:pt idx="0">
                  <c:v>821</c:v>
                </c:pt>
                <c:pt idx="1">
                  <c:v>864</c:v>
                </c:pt>
                <c:pt idx="2">
                  <c:v>922</c:v>
                </c:pt>
                <c:pt idx="3">
                  <c:v>1159</c:v>
                </c:pt>
                <c:pt idx="4">
                  <c:v>1239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B-6F56-48F5-92D8-C3BB826C8C90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Показатель 2</c:v>
                </c:pt>
              </c:strCache>
            </c:strRef>
          </c:tx>
          <c:spPr>
            <a:solidFill>
              <a:srgbClr val="8C5F9F"/>
            </a:solidFill>
            <a:ln>
              <a:solidFill>
                <a:schemeClr val="bg1"/>
              </a:solidFill>
            </a:ln>
            <a:effectLst/>
          </c:spPr>
          <c:invertIfNegative val="0"/>
          <c:dLbls>
            <c:dLbl>
              <c:idx val="0"/>
              <c:layout>
                <c:manualLayout>
                  <c:x val="1.7238685889173781E-3"/>
                  <c:y val="-9.2448830534182182E-4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6F56-48F5-92D8-C3BB826C8C90}"/>
                </c:ext>
              </c:extLst>
            </c:dLbl>
            <c:dLbl>
              <c:idx val="1"/>
              <c:layout>
                <c:manualLayout>
                  <c:x val="5.4006438456106446E-4"/>
                  <c:y val="-1.3606859672964154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6F56-48F5-92D8-C3BB826C8C90}"/>
                </c:ext>
              </c:extLst>
            </c:dLbl>
            <c:dLbl>
              <c:idx val="3"/>
              <c:layout>
                <c:manualLayout>
                  <c:x val="-1.3356146630918626E-4"/>
                  <c:y val="-1.157307186259211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6F56-48F5-92D8-C3BB826C8C90}"/>
                </c:ext>
              </c:extLst>
            </c:dLbl>
            <c:dLbl>
              <c:idx val="4"/>
              <c:layout>
                <c:manualLayout>
                  <c:x val="3.4520569876360934E-3"/>
                  <c:y val="-2.3664479698111444E-3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 algn="ctr" rtl="0">
                    <a:defRPr sz="1200" b="0" i="0" u="none" strike="noStrike" kern="1200" baseline="0">
                      <a:solidFill>
                        <a:schemeClr val="tx1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+mn-cs"/>
                    </a:defRPr>
                  </a:pPr>
                  <a:endParaRPr lang="ru-RU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99DA-8C4B-BBBA-1BD1010F45DD}"/>
                </c:ext>
              </c:extLst>
            </c:dLbl>
            <c:dLbl>
              <c:idx val="7"/>
              <c:layout>
                <c:manualLayout>
                  <c:x val="-4.6557845461444348E-2"/>
                  <c:y val="-7.0587993476247335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 algn="ctr" rtl="0">
                    <a:defRPr sz="1200" b="0" i="0" u="none" strike="noStrike" kern="1200" baseline="0">
                      <a:solidFill>
                        <a:schemeClr val="tx1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+mn-cs"/>
                    </a:defRPr>
                  </a:pPr>
                  <a:endParaRPr lang="ru-RU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2-6F56-48F5-92D8-C3BB826C8C90}"/>
                </c:ext>
              </c:extLst>
            </c:dLbl>
            <c:dLbl>
              <c:idx val="8"/>
              <c:layout>
                <c:manualLayout>
                  <c:x val="-4.8547081043923773E-2"/>
                  <c:y val="-5.500536095413239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3-6F56-48F5-92D8-C3BB826C8C90}"/>
                </c:ext>
              </c:extLst>
            </c:dLbl>
            <c:dLbl>
              <c:idx val="9"/>
              <c:layout>
                <c:manualLayout>
                  <c:x val="-4.5561405702969029E-2"/>
                  <c:y val="-5.50053609541323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4-6F56-48F5-92D8-C3BB826C8C90}"/>
                </c:ext>
              </c:extLst>
            </c:dLbl>
            <c:dLbl>
              <c:idx val="10"/>
              <c:layout>
                <c:manualLayout>
                  <c:x val="-4.7054243373446387E-2"/>
                  <c:y val="-6.033275668818881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5-6F56-48F5-92D8-C3BB826C8C90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Лист1!$A$2:$A$6</c:f>
              <c:numCache>
                <c:formatCode>General</c:formatCode>
                <c:ptCount val="5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</c:numCache>
            </c:numRef>
          </c:cat>
          <c:val>
            <c:numRef>
              <c:f>Лист1!$C$2:$C$6</c:f>
              <c:numCache>
                <c:formatCode>General</c:formatCode>
                <c:ptCount val="5"/>
                <c:pt idx="0">
                  <c:v>402</c:v>
                </c:pt>
                <c:pt idx="1">
                  <c:v>468</c:v>
                </c:pt>
                <c:pt idx="2">
                  <c:v>612</c:v>
                </c:pt>
                <c:pt idx="3">
                  <c:v>785</c:v>
                </c:pt>
                <c:pt idx="4">
                  <c:v>919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6-6F56-48F5-92D8-C3BB826C8C90}"/>
            </c:ext>
          </c:extLst>
        </c:ser>
        <c:ser>
          <c:idx val="2"/>
          <c:order val="2"/>
          <c:tx>
            <c:strRef>
              <c:f>Лист1!$D$1</c:f>
              <c:strCache>
                <c:ptCount val="1"/>
                <c:pt idx="0">
                  <c:v>Показатель 3</c:v>
                </c:pt>
              </c:strCache>
            </c:strRef>
          </c:tx>
          <c:spPr>
            <a:solidFill>
              <a:srgbClr val="652580"/>
            </a:solidFill>
            <a:ln>
              <a:solidFill>
                <a:schemeClr val="bg1"/>
              </a:solidFill>
            </a:ln>
            <a:effectLst/>
          </c:spPr>
          <c:invertIfNegative val="0"/>
          <c:dLbls>
            <c:dLbl>
              <c:idx val="4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 algn="ctr" rtl="0">
                    <a:defRPr sz="1200" b="0" i="0" u="none" strike="noStrike" kern="1200" baseline="0">
                      <a:solidFill>
                        <a:schemeClr val="tx1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+mn-cs"/>
                    </a:defRPr>
                  </a:pPr>
                  <a:endParaRPr lang="ru-RU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99DA-8C4B-BBBA-1BD1010F45DD}"/>
                </c:ext>
              </c:extLst>
            </c:dLbl>
            <c:dLbl>
              <c:idx val="7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 algn="ctr" rtl="0">
                    <a:defRPr sz="1200" b="0" i="0" u="none" strike="noStrike" kern="1200" baseline="0">
                      <a:solidFill>
                        <a:schemeClr val="tx1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+mn-cs"/>
                    </a:defRPr>
                  </a:pPr>
                  <a:endParaRPr lang="ru-RU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19-6F56-48F5-92D8-C3BB826C8C90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Лист1!$A$2:$A$6</c:f>
              <c:numCache>
                <c:formatCode>General</c:formatCode>
                <c:ptCount val="5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</c:numCache>
            </c:numRef>
          </c:cat>
          <c:val>
            <c:numRef>
              <c:f>Лист1!$D$2:$D$6</c:f>
              <c:numCache>
                <c:formatCode>General</c:formatCode>
                <c:ptCount val="5"/>
                <c:pt idx="0">
                  <c:v>119</c:v>
                </c:pt>
                <c:pt idx="1">
                  <c:v>96</c:v>
                </c:pt>
                <c:pt idx="2">
                  <c:v>10</c:v>
                </c:pt>
                <c:pt idx="3">
                  <c:v>74</c:v>
                </c:pt>
                <c:pt idx="4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D-6F56-48F5-92D8-C3BB826C8C9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851913832"/>
        <c:axId val="851921672"/>
      </c:barChart>
      <c:catAx>
        <c:axId val="85191383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6350" cap="flat" cmpd="sng" algn="ctr">
            <a:solidFill>
              <a:srgbClr val="3C388D">
                <a:alpha val="25000"/>
              </a:srgb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pPr>
            <a:endParaRPr lang="ru-RU"/>
          </a:p>
        </c:txPr>
        <c:crossAx val="851921672"/>
        <c:crosses val="autoZero"/>
        <c:auto val="1"/>
        <c:lblAlgn val="ctr"/>
        <c:lblOffset val="100"/>
        <c:noMultiLvlLbl val="0"/>
      </c:catAx>
      <c:valAx>
        <c:axId val="85192167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chemeClr val="bg1">
                  <a:lumMod val="85000"/>
                  <a:alpha val="37000"/>
                </a:schemeClr>
              </a:solidFill>
              <a:prstDash val="solid"/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 w="6350" cap="flat" cmpd="sng" algn="ctr">
            <a:solidFill>
              <a:srgbClr val="3C388D">
                <a:alpha val="25000"/>
              </a:srgb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pPr>
            <a:endParaRPr lang="ru-RU"/>
          </a:p>
        </c:txPr>
        <c:crossAx val="85191383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80567901234568584"/>
          <c:y val="0.28512654356355982"/>
          <c:w val="0.15074743288690598"/>
          <c:h val="0.2079093573476934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+mn-cs"/>
            </a:defRPr>
          </a:pPr>
          <a:endParaRPr lang="ru-RU"/>
        </a:p>
      </c:txPr>
    </c:legend>
    <c:plotVisOnly val="1"/>
    <c:dispBlanksAs val="gap"/>
    <c:showDLblsOverMax val="0"/>
  </c:chart>
  <c:spPr>
    <a:noFill/>
    <a:ln w="6350" cap="flat" cmpd="sng" algn="ctr">
      <a:solidFill>
        <a:schemeClr val="bg1"/>
      </a:solidFill>
      <a:prstDash val="solid"/>
      <a:miter lim="800000"/>
    </a:ln>
    <a:effectLst/>
  </c:spPr>
  <c:txPr>
    <a:bodyPr/>
    <a:lstStyle/>
    <a:p>
      <a:pPr>
        <a:defRPr sz="1600">
          <a:latin typeface="Verdana" panose="020B0604030504040204" pitchFamily="34" charset="0"/>
          <a:ea typeface="Verdana" panose="020B0604030504040204" pitchFamily="34" charset="0"/>
        </a:defRPr>
      </a:pPr>
      <a:endParaRPr lang="ru-RU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autoTitleDeleted val="0"/>
    <c:plotArea>
      <c:layout>
        <c:manualLayout>
          <c:layoutTarget val="inner"/>
          <c:xMode val="edge"/>
          <c:yMode val="edge"/>
          <c:x val="7.4195710212639376E-2"/>
          <c:y val="4.6256704270135007E-2"/>
          <c:w val="0.6998843814856156"/>
          <c:h val="0.83829543515490079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Показатель 1</c:v>
                </c:pt>
              </c:strCache>
            </c:strRef>
          </c:tx>
          <c:spPr>
            <a:solidFill>
              <a:srgbClr val="D1D0EC"/>
            </a:solidFill>
            <a:ln>
              <a:solidFill>
                <a:schemeClr val="bg1">
                  <a:alpha val="0"/>
                </a:schemeClr>
              </a:solidFill>
            </a:ln>
            <a:effectLst/>
          </c:spPr>
          <c:invertIfNegative val="0"/>
          <c:dLbls>
            <c:dLbl>
              <c:idx val="0"/>
              <c:layout>
                <c:manualLayout>
                  <c:x val="2.4631731806459826E-2"/>
                  <c:y val="-6.588357153803771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6F56-48F5-92D8-C3BB826C8C90}"/>
                </c:ext>
              </c:extLst>
            </c:dLbl>
            <c:dLbl>
              <c:idx val="1"/>
              <c:layout>
                <c:manualLayout>
                  <c:x val="1.9033610941355278E-2"/>
                  <c:y val="-6.039327390986790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6F56-48F5-92D8-C3BB826C8C90}"/>
                </c:ext>
              </c:extLst>
            </c:dLbl>
            <c:dLbl>
              <c:idx val="2"/>
              <c:layout>
                <c:manualLayout>
                  <c:x val="1.2315865903229913E-2"/>
                  <c:y val="-5.7648125095782994E-2"/>
                </c:manualLayout>
              </c:layout>
              <c:spPr>
                <a:noFill/>
                <a:ln>
                  <a:solidFill>
                    <a:schemeClr val="bg1">
                      <a:alpha val="0"/>
                    </a:schemeClr>
                  </a:solidFill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200" b="0" i="0" u="none" strike="noStrike" kern="1200" baseline="0">
                      <a:solidFill>
                        <a:schemeClr val="tx1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+mn-cs"/>
                    </a:defRPr>
                  </a:pPr>
                  <a:endParaRPr lang="ru-RU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6F56-48F5-92D8-C3BB826C8C90}"/>
                </c:ext>
              </c:extLst>
            </c:dLbl>
            <c:dLbl>
              <c:idx val="3"/>
              <c:layout>
                <c:manualLayout>
                  <c:x val="-2.2392483460418024E-2"/>
                  <c:y val="-6.31384227239528E-2"/>
                </c:manualLayout>
              </c:layout>
              <c:spPr>
                <a:noFill/>
                <a:ln>
                  <a:solidFill>
                    <a:srgbClr val="D1D0EC">
                      <a:alpha val="0"/>
                    </a:srgbClr>
                  </a:solidFill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200" b="0" i="0" u="none" strike="noStrike" kern="1200" baseline="0">
                      <a:solidFill>
                        <a:schemeClr val="tx1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+mn-cs"/>
                    </a:defRPr>
                  </a:pPr>
                  <a:endParaRPr lang="ru-RU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6F56-48F5-92D8-C3BB826C8C90}"/>
                </c:ext>
              </c:extLst>
            </c:dLbl>
            <c:dLbl>
              <c:idx val="4"/>
              <c:layout>
                <c:manualLayout>
                  <c:x val="-3.1932034052090955E-2"/>
                  <c:y val="-5.9579888477789056E-2"/>
                </c:manualLayout>
              </c:layout>
              <c:spPr>
                <a:noFill/>
                <a:ln>
                  <a:solidFill>
                    <a:schemeClr val="bg1"/>
                  </a:solidFill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 algn="ctr" rtl="0">
                    <a:defRPr sz="1200" b="0" i="0" u="none" strike="noStrike" kern="1200" baseline="0">
                      <a:solidFill>
                        <a:schemeClr val="tx1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+mn-cs"/>
                    </a:defRPr>
                  </a:pPr>
                  <a:endParaRPr lang="ru-RU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6F56-48F5-92D8-C3BB826C8C90}"/>
                </c:ext>
              </c:extLst>
            </c:dLbl>
            <c:dLbl>
              <c:idx val="7"/>
              <c:layout>
                <c:manualLayout>
                  <c:x val="-4.627796778479816E-2"/>
                  <c:y val="-7.4583540276789678E-2"/>
                </c:manualLayout>
              </c:layout>
              <c:spPr>
                <a:noFill/>
                <a:ln>
                  <a:solidFill>
                    <a:schemeClr val="bg1"/>
                  </a:solidFill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 algn="ctr" rtl="0">
                    <a:defRPr sz="1200" b="0" i="0" u="none" strike="noStrike" kern="1200" baseline="0">
                      <a:solidFill>
                        <a:schemeClr val="tx1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+mn-cs"/>
                    </a:defRPr>
                  </a:pPr>
                  <a:endParaRPr lang="ru-RU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6F56-48F5-92D8-C3BB826C8C90}"/>
                </c:ext>
              </c:extLst>
            </c:dLbl>
            <c:dLbl>
              <c:idx val="8"/>
              <c:layout>
                <c:manualLayout>
                  <c:x val="-4.0306617102888742E-2"/>
                  <c:y val="-7.458354027678966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6F56-48F5-92D8-C3BB826C8C90}"/>
                </c:ext>
              </c:extLst>
            </c:dLbl>
            <c:dLbl>
              <c:idx val="9"/>
              <c:layout>
                <c:manualLayout>
                  <c:x val="-5.3580504943895123E-2"/>
                  <c:y val="-5.124625562095309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6F56-48F5-92D8-C3BB826C8C90}"/>
                </c:ext>
              </c:extLst>
            </c:dLbl>
            <c:dLbl>
              <c:idx val="10"/>
              <c:layout>
                <c:manualLayout>
                  <c:x val="-5.057169573751065E-2"/>
                  <c:y val="-4.858254678314027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6F56-48F5-92D8-C3BB826C8C90}"/>
                </c:ext>
              </c:extLst>
            </c:dLbl>
            <c:spPr>
              <a:noFill/>
              <a:ln>
                <a:solidFill>
                  <a:schemeClr val="bg1"/>
                </a:solidFill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+mn-cs"/>
                  </a:defRPr>
                </a:pPr>
                <a:endParaRPr lang="ru-RU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Лист1!$A$2:$A$6</c:f>
              <c:numCache>
                <c:formatCode>General</c:formatCode>
                <c:ptCount val="5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</c:numCache>
            </c:numRef>
          </c:cat>
          <c:val>
            <c:numRef>
              <c:f>Лист1!$B$2:$B$6</c:f>
              <c:numCache>
                <c:formatCode>General</c:formatCode>
                <c:ptCount val="5"/>
                <c:pt idx="0">
                  <c:v>821</c:v>
                </c:pt>
                <c:pt idx="1">
                  <c:v>864</c:v>
                </c:pt>
                <c:pt idx="2">
                  <c:v>922</c:v>
                </c:pt>
                <c:pt idx="3">
                  <c:v>1159</c:v>
                </c:pt>
                <c:pt idx="4">
                  <c:v>1239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B-6F56-48F5-92D8-C3BB826C8C90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Показатель 2</c:v>
                </c:pt>
              </c:strCache>
            </c:strRef>
          </c:tx>
          <c:spPr>
            <a:solidFill>
              <a:srgbClr val="6D69C3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7.2331247952498318E-3"/>
                  <c:y val="-6.406280295256976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2345942358573833E-2"/>
                      <c:h val="5.9226693740606767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C-6F56-48F5-92D8-C3BB826C8C90}"/>
                </c:ext>
              </c:extLst>
            </c:dLbl>
            <c:dLbl>
              <c:idx val="1"/>
              <c:layout>
                <c:manualLayout>
                  <c:x val="-1.0656177345647905E-2"/>
                  <c:y val="-6.449910869124922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6F56-48F5-92D8-C3BB826C8C90}"/>
                </c:ext>
              </c:extLst>
            </c:dLbl>
            <c:dLbl>
              <c:idx val="2"/>
              <c:layout>
                <c:manualLayout>
                  <c:x val="1.1196241730209832E-3"/>
                  <c:y val="-5.353018572120576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2345942358573833E-2"/>
                      <c:h val="7.2952437811031307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0-0B8D-ED4F-AC4F-10223C02389C}"/>
                </c:ext>
              </c:extLst>
            </c:dLbl>
            <c:dLbl>
              <c:idx val="3"/>
              <c:layout>
                <c:manualLayout>
                  <c:x val="-5.1636273425270642E-2"/>
                  <c:y val="-6.373089933020530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6F56-48F5-92D8-C3BB826C8C90}"/>
                </c:ext>
              </c:extLst>
            </c:dLbl>
            <c:dLbl>
              <c:idx val="4"/>
              <c:layout>
                <c:manualLayout>
                  <c:x val="-3.4615164895074463E-2"/>
                  <c:y val="-6.0014573065594143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 algn="ctr" rtl="0">
                    <a:defRPr sz="1200" b="0" i="0" u="none" strike="noStrike" kern="1200" baseline="0">
                      <a:solidFill>
                        <a:schemeClr val="tx1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+mn-cs"/>
                    </a:defRPr>
                  </a:pPr>
                  <a:endParaRPr lang="ru-RU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99DA-8C4B-BBBA-1BD1010F45DD}"/>
                </c:ext>
              </c:extLst>
            </c:dLbl>
            <c:dLbl>
              <c:idx val="7"/>
              <c:layout>
                <c:manualLayout>
                  <c:x val="-4.6557845461444348E-2"/>
                  <c:y val="-7.0587993476247335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 algn="ctr" rtl="0">
                    <a:defRPr sz="1200" b="0" i="0" u="none" strike="noStrike" kern="1200" baseline="0">
                      <a:solidFill>
                        <a:schemeClr val="tx1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+mn-cs"/>
                    </a:defRPr>
                  </a:pPr>
                  <a:endParaRPr lang="ru-RU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2-6F56-48F5-92D8-C3BB826C8C90}"/>
                </c:ext>
              </c:extLst>
            </c:dLbl>
            <c:dLbl>
              <c:idx val="8"/>
              <c:layout>
                <c:manualLayout>
                  <c:x val="-4.8547081043923773E-2"/>
                  <c:y val="-5.500536095413239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3-6F56-48F5-92D8-C3BB826C8C90}"/>
                </c:ext>
              </c:extLst>
            </c:dLbl>
            <c:dLbl>
              <c:idx val="9"/>
              <c:layout>
                <c:manualLayout>
                  <c:x val="-4.5561405702969029E-2"/>
                  <c:y val="-5.50053609541323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4-6F56-48F5-92D8-C3BB826C8C90}"/>
                </c:ext>
              </c:extLst>
            </c:dLbl>
            <c:dLbl>
              <c:idx val="10"/>
              <c:layout>
                <c:manualLayout>
                  <c:x val="-4.7054243373446387E-2"/>
                  <c:y val="-6.033275668818881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5-6F56-48F5-92D8-C3BB826C8C90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Лист1!$A$2:$A$6</c:f>
              <c:numCache>
                <c:formatCode>General</c:formatCode>
                <c:ptCount val="5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</c:numCache>
            </c:numRef>
          </c:cat>
          <c:val>
            <c:numRef>
              <c:f>Лист1!$C$2:$C$6</c:f>
              <c:numCache>
                <c:formatCode>General</c:formatCode>
                <c:ptCount val="5"/>
                <c:pt idx="0">
                  <c:v>402</c:v>
                </c:pt>
                <c:pt idx="1">
                  <c:v>468</c:v>
                </c:pt>
                <c:pt idx="2">
                  <c:v>612</c:v>
                </c:pt>
                <c:pt idx="3">
                  <c:v>785</c:v>
                </c:pt>
                <c:pt idx="4">
                  <c:v>919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6-6F56-48F5-92D8-C3BB826C8C90}"/>
            </c:ext>
          </c:extLst>
        </c:ser>
        <c:ser>
          <c:idx val="2"/>
          <c:order val="2"/>
          <c:tx>
            <c:strRef>
              <c:f>Лист1!$D$1</c:f>
              <c:strCache>
                <c:ptCount val="1"/>
                <c:pt idx="0">
                  <c:v>Показатель 3</c:v>
                </c:pt>
              </c:strCache>
            </c:strRef>
          </c:tx>
          <c:spPr>
            <a:solidFill>
              <a:srgbClr val="3C388D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"/>
                  <c:y val="-6.588357153803771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09A2-EE45-94EC-BB4FF930F0B4}"/>
                </c:ext>
              </c:extLst>
            </c:dLbl>
            <c:dLbl>
              <c:idx val="1"/>
              <c:layout>
                <c:manualLayout>
                  <c:x val="2.2392483460418025E-3"/>
                  <c:y val="-6.3138422723952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09A2-EE45-94EC-BB4FF930F0B4}"/>
                </c:ext>
              </c:extLst>
            </c:dLbl>
            <c:dLbl>
              <c:idx val="2"/>
              <c:layout>
                <c:manualLayout>
                  <c:x val="-2.2392483460418025E-3"/>
                  <c:y val="-5.764812509578299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09A2-EE45-94EC-BB4FF930F0B4}"/>
                </c:ext>
              </c:extLst>
            </c:dLbl>
            <c:dLbl>
              <c:idx val="3"/>
              <c:layout>
                <c:manualLayout>
                  <c:x val="1.1196241730209013E-3"/>
                  <c:y val="-6.3138422723952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09A2-EE45-94EC-BB4FF930F0B4}"/>
                </c:ext>
              </c:extLst>
            </c:dLbl>
            <c:dLbl>
              <c:idx val="4"/>
              <c:layout>
                <c:manualLayout>
                  <c:x val="1.1196241730208191E-3"/>
                  <c:y val="-5.7648125095782994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 algn="ctr" rtl="0">
                    <a:defRPr sz="1200" b="0" i="0" u="none" strike="noStrike" kern="1200" baseline="0">
                      <a:solidFill>
                        <a:schemeClr val="tx1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+mn-cs"/>
                    </a:defRPr>
                  </a:pPr>
                  <a:endParaRPr lang="ru-RU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99DA-8C4B-BBBA-1BD1010F45DD}"/>
                </c:ext>
              </c:extLst>
            </c:dLbl>
            <c:dLbl>
              <c:idx val="7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 algn="ctr" rtl="0">
                    <a:defRPr sz="1200" b="0" i="0" u="none" strike="noStrike" kern="1200" baseline="0">
                      <a:solidFill>
                        <a:schemeClr val="tx1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+mn-cs"/>
                    </a:defRPr>
                  </a:pPr>
                  <a:endParaRPr lang="ru-RU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19-6F56-48F5-92D8-C3BB826C8C90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Лист1!$A$2:$A$6</c:f>
              <c:numCache>
                <c:formatCode>General</c:formatCode>
                <c:ptCount val="5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</c:numCache>
            </c:numRef>
          </c:cat>
          <c:val>
            <c:numRef>
              <c:f>Лист1!$D$2:$D$6</c:f>
              <c:numCache>
                <c:formatCode>General</c:formatCode>
                <c:ptCount val="5"/>
                <c:pt idx="0">
                  <c:v>119</c:v>
                </c:pt>
                <c:pt idx="1">
                  <c:v>96</c:v>
                </c:pt>
                <c:pt idx="2">
                  <c:v>10</c:v>
                </c:pt>
                <c:pt idx="3">
                  <c:v>74</c:v>
                </c:pt>
                <c:pt idx="4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D-6F56-48F5-92D8-C3BB826C8C9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851913832"/>
        <c:axId val="851921672"/>
      </c:barChart>
      <c:catAx>
        <c:axId val="851913832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 w="6350" cap="flat" cmpd="sng" algn="ctr">
            <a:solidFill>
              <a:srgbClr val="3C388D">
                <a:alpha val="25000"/>
              </a:srgb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pPr>
            <a:endParaRPr lang="ru-RU"/>
          </a:p>
        </c:txPr>
        <c:crossAx val="851921672"/>
        <c:crosses val="autoZero"/>
        <c:auto val="1"/>
        <c:lblAlgn val="ctr"/>
        <c:lblOffset val="100"/>
        <c:noMultiLvlLbl val="0"/>
      </c:catAx>
      <c:valAx>
        <c:axId val="851921672"/>
        <c:scaling>
          <c:orientation val="minMax"/>
        </c:scaling>
        <c:delete val="0"/>
        <c:axPos val="b"/>
        <c:majorGridlines>
          <c:spPr>
            <a:ln w="6350" cap="flat" cmpd="sng" algn="ctr">
              <a:solidFill>
                <a:schemeClr val="bg1">
                  <a:lumMod val="85000"/>
                  <a:alpha val="37000"/>
                </a:schemeClr>
              </a:solidFill>
              <a:prstDash val="solid"/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 w="6350" cap="flat" cmpd="sng" algn="ctr">
            <a:solidFill>
              <a:srgbClr val="3C388D">
                <a:alpha val="25000"/>
              </a:srgb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pPr>
            <a:endParaRPr lang="ru-RU"/>
          </a:p>
        </c:txPr>
        <c:crossAx val="85191383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80567901234568584"/>
          <c:y val="0.28512654356355982"/>
          <c:w val="0.15074743288690598"/>
          <c:h val="0.2079093573476934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+mn-cs"/>
            </a:defRPr>
          </a:pPr>
          <a:endParaRPr lang="ru-RU"/>
        </a:p>
      </c:txPr>
    </c:legend>
    <c:plotVisOnly val="1"/>
    <c:dispBlanksAs val="gap"/>
    <c:showDLblsOverMax val="0"/>
  </c:chart>
  <c:spPr>
    <a:noFill/>
    <a:ln w="6350" cap="flat" cmpd="sng" algn="ctr">
      <a:noFill/>
      <a:prstDash val="solid"/>
      <a:miter lim="800000"/>
    </a:ln>
    <a:effectLst/>
  </c:spPr>
  <c:txPr>
    <a:bodyPr/>
    <a:lstStyle/>
    <a:p>
      <a:pPr>
        <a:defRPr sz="1600">
          <a:latin typeface="Verdana" panose="020B0604030504040204" pitchFamily="34" charset="0"/>
          <a:ea typeface="Verdana" panose="020B0604030504040204" pitchFamily="34" charset="0"/>
        </a:defRPr>
      </a:pPr>
      <a:endParaRPr lang="ru-RU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autoTitleDeleted val="1"/>
    <c:plotArea>
      <c:layout>
        <c:manualLayout>
          <c:layoutTarget val="inner"/>
          <c:xMode val="edge"/>
          <c:yMode val="edge"/>
          <c:x val="7.4195710212639376E-2"/>
          <c:y val="4.6256704270135007E-2"/>
          <c:w val="0.6998843814856156"/>
          <c:h val="0.83829543515490079"/>
        </c:manualLayout>
      </c:layout>
      <c:pieChart>
        <c:varyColors val="1"/>
        <c:ser>
          <c:idx val="0"/>
          <c:order val="0"/>
          <c:tx>
            <c:strRef>
              <c:f>Лист1!$B$1</c:f>
              <c:strCache>
                <c:ptCount val="1"/>
                <c:pt idx="0">
                  <c:v>Показатель 1</c:v>
                </c:pt>
              </c:strCache>
            </c:strRef>
          </c:tx>
          <c:spPr>
            <a:solidFill>
              <a:srgbClr val="D1D0EC"/>
            </a:solidFill>
            <a:ln>
              <a:solidFill>
                <a:srgbClr val="D1D0EC"/>
              </a:solidFill>
            </a:ln>
          </c:spPr>
          <c:dPt>
            <c:idx val="0"/>
            <c:bubble3D val="0"/>
            <c:spPr>
              <a:solidFill>
                <a:schemeClr val="bg1"/>
              </a:solidFill>
              <a:ln>
                <a:solidFill>
                  <a:srgbClr val="B4EBF6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0-6F56-48F5-92D8-C3BB826C8C90}"/>
              </c:ext>
            </c:extLst>
          </c:dPt>
          <c:dPt>
            <c:idx val="1"/>
            <c:bubble3D val="0"/>
            <c:spPr>
              <a:solidFill>
                <a:srgbClr val="B4EBF6"/>
              </a:solidFill>
              <a:ln>
                <a:solidFill>
                  <a:srgbClr val="B4EBF6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6F56-48F5-92D8-C3BB826C8C90}"/>
              </c:ext>
            </c:extLst>
          </c:dPt>
          <c:dPt>
            <c:idx val="2"/>
            <c:bubble3D val="0"/>
            <c:spPr>
              <a:solidFill>
                <a:srgbClr val="7CDDF0"/>
              </a:solidFill>
              <a:ln>
                <a:solidFill>
                  <a:srgbClr val="7CDDF0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6F56-48F5-92D8-C3BB826C8C90}"/>
              </c:ext>
            </c:extLst>
          </c:dPt>
          <c:dPt>
            <c:idx val="3"/>
            <c:bubble3D val="0"/>
            <c:spPr>
              <a:solidFill>
                <a:srgbClr val="36CCE8"/>
              </a:solidFill>
              <a:ln>
                <a:solidFill>
                  <a:srgbClr val="7CDDF0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6F56-48F5-92D8-C3BB826C8C90}"/>
              </c:ext>
            </c:extLst>
          </c:dPt>
          <c:dPt>
            <c:idx val="4"/>
            <c:bubble3D val="0"/>
            <c:spPr>
              <a:solidFill>
                <a:srgbClr val="D1D0EC"/>
              </a:solidFill>
              <a:ln>
                <a:solidFill>
                  <a:srgbClr val="D1D0EC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4-6F56-48F5-92D8-C3BB826C8C90}"/>
              </c:ext>
            </c:extLst>
          </c:dPt>
          <c:dLbls>
            <c:dLbl>
              <c:idx val="0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6F56-48F5-92D8-C3BB826C8C90}"/>
                </c:ext>
              </c:extLst>
            </c:dLbl>
            <c:dLbl>
              <c:idx val="1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6F56-48F5-92D8-C3BB826C8C90}"/>
                </c:ext>
              </c:extLst>
            </c:dLbl>
            <c:dLbl>
              <c:idx val="2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6F56-48F5-92D8-C3BB826C8C90}"/>
                </c:ext>
              </c:extLst>
            </c:dLbl>
            <c:dLbl>
              <c:idx val="3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6F56-48F5-92D8-C3BB826C8C90}"/>
                </c:ext>
              </c:extLst>
            </c:dLbl>
            <c:dLbl>
              <c:idx val="4"/>
              <c:layout>
                <c:manualLayout>
                  <c:x val="5.0155636575988276E-3"/>
                  <c:y val="-4.6769121960909517E-3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 algn="ctr" rtl="0">
                    <a:defRPr sz="1200" b="0" i="0" u="none" strike="noStrike" kern="1200" baseline="0">
                      <a:solidFill>
                        <a:schemeClr val="tx1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+mn-cs"/>
                    </a:defRPr>
                  </a:pPr>
                  <a:endParaRPr lang="ru-RU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6F56-48F5-92D8-C3BB826C8C90}"/>
                </c:ext>
              </c:extLst>
            </c:dLbl>
            <c:dLbl>
              <c:idx val="7"/>
              <c:layout>
                <c:manualLayout>
                  <c:x val="-4.627796778479816E-2"/>
                  <c:y val="-7.4583540276789678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 algn="ctr" rtl="0">
                    <a:defRPr sz="1200" b="0" i="0" u="none" strike="noStrike" kern="1200" baseline="0">
                      <a:solidFill>
                        <a:schemeClr val="tx1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+mn-cs"/>
                    </a:defRPr>
                  </a:pPr>
                  <a:endParaRPr lang="ru-RU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6F56-48F5-92D8-C3BB826C8C90}"/>
                </c:ext>
              </c:extLst>
            </c:dLbl>
            <c:dLbl>
              <c:idx val="8"/>
              <c:layout>
                <c:manualLayout>
                  <c:x val="-4.0306617102888742E-2"/>
                  <c:y val="-7.458354027678966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6F56-48F5-92D8-C3BB826C8C90}"/>
                </c:ext>
              </c:extLst>
            </c:dLbl>
            <c:dLbl>
              <c:idx val="9"/>
              <c:layout>
                <c:manualLayout>
                  <c:x val="-5.3580504943895123E-2"/>
                  <c:y val="-5.124625562095309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6F56-48F5-92D8-C3BB826C8C90}"/>
                </c:ext>
              </c:extLst>
            </c:dLbl>
            <c:dLbl>
              <c:idx val="10"/>
              <c:layout>
                <c:manualLayout>
                  <c:x val="-5.057169573751065E-2"/>
                  <c:y val="-4.858254678314027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6F56-48F5-92D8-C3BB826C8C90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+mn-cs"/>
                  </a:defRPr>
                </a:pPr>
                <a:endParaRPr lang="ru-RU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/>
            </c:extLst>
          </c:dLbls>
          <c:cat>
            <c:numRef>
              <c:f>Лист1!$A$2:$A$6</c:f>
              <c:numCache>
                <c:formatCode>General</c:formatCode>
                <c:ptCount val="5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</c:numCache>
            </c:numRef>
          </c:cat>
          <c:val>
            <c:numRef>
              <c:f>Лист1!$B$2:$B$6</c:f>
              <c:numCache>
                <c:formatCode>General</c:formatCode>
                <c:ptCount val="5"/>
                <c:pt idx="0">
                  <c:v>120</c:v>
                </c:pt>
                <c:pt idx="1">
                  <c:v>390</c:v>
                </c:pt>
                <c:pt idx="2">
                  <c:v>800</c:v>
                </c:pt>
                <c:pt idx="3">
                  <c:v>1239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B-6F56-48F5-92D8-C3BB826C8C90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</c:strCache>
            </c:strRef>
          </c:tx>
          <c:spPr>
            <a:solidFill>
              <a:srgbClr val="6D69C3"/>
            </a:solidFill>
            <a:ln>
              <a:solidFill>
                <a:srgbClr val="6D69C3"/>
              </a:solidFill>
            </a:ln>
          </c:spPr>
          <c:dPt>
            <c:idx val="0"/>
            <c:bubble3D val="0"/>
            <c:spPr>
              <a:solidFill>
                <a:srgbClr val="6D69C3"/>
              </a:solidFill>
              <a:ln>
                <a:solidFill>
                  <a:srgbClr val="6D69C3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C-6F56-48F5-92D8-C3BB826C8C90}"/>
              </c:ext>
            </c:extLst>
          </c:dPt>
          <c:dPt>
            <c:idx val="1"/>
            <c:bubble3D val="0"/>
            <c:spPr>
              <a:solidFill>
                <a:srgbClr val="6D69C3"/>
              </a:solidFill>
              <a:ln>
                <a:solidFill>
                  <a:srgbClr val="6D69C3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D-6F56-48F5-92D8-C3BB826C8C90}"/>
              </c:ext>
            </c:extLst>
          </c:dPt>
          <c:dPt>
            <c:idx val="2"/>
            <c:bubble3D val="0"/>
            <c:spPr>
              <a:solidFill>
                <a:srgbClr val="6D69C3"/>
              </a:solidFill>
              <a:ln>
                <a:solidFill>
                  <a:srgbClr val="6D69C3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F-EE0B-4BD0-89F4-3779E652C8D8}"/>
              </c:ext>
            </c:extLst>
          </c:dPt>
          <c:dPt>
            <c:idx val="3"/>
            <c:bubble3D val="0"/>
            <c:spPr>
              <a:solidFill>
                <a:srgbClr val="6D69C3"/>
              </a:solidFill>
              <a:ln>
                <a:solidFill>
                  <a:srgbClr val="6D69C3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F-6F56-48F5-92D8-C3BB826C8C90}"/>
              </c:ext>
            </c:extLst>
          </c:dPt>
          <c:dPt>
            <c:idx val="4"/>
            <c:bubble3D val="0"/>
            <c:spPr>
              <a:solidFill>
                <a:srgbClr val="6D69C3"/>
              </a:solidFill>
              <a:ln>
                <a:solidFill>
                  <a:srgbClr val="6D69C3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0-99DA-8C4B-BBBA-1BD1010F45DD}"/>
              </c:ext>
            </c:extLst>
          </c:dPt>
          <c:dLbls>
            <c:dLbl>
              <c:idx val="0"/>
              <c:layout>
                <c:manualLayout>
                  <c:x val="1.7238685889173781E-3"/>
                  <c:y val="-9.2448830534182182E-4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6F56-48F5-92D8-C3BB826C8C90}"/>
                </c:ext>
              </c:extLst>
            </c:dLbl>
            <c:dLbl>
              <c:idx val="1"/>
              <c:layout>
                <c:manualLayout>
                  <c:x val="5.4006438456106446E-4"/>
                  <c:y val="-1.3606859672964154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6F56-48F5-92D8-C3BB826C8C90}"/>
                </c:ext>
              </c:extLst>
            </c:dLbl>
            <c:dLbl>
              <c:idx val="3"/>
              <c:layout>
                <c:manualLayout>
                  <c:x val="-1.3356146630918626E-4"/>
                  <c:y val="-1.157307186259211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6F56-48F5-92D8-C3BB826C8C90}"/>
                </c:ext>
              </c:extLst>
            </c:dLbl>
            <c:dLbl>
              <c:idx val="4"/>
              <c:layout>
                <c:manualLayout>
                  <c:x val="3.4520569876360934E-3"/>
                  <c:y val="-2.3664479698111444E-3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 algn="ctr" rtl="0">
                    <a:defRPr sz="1200" b="0" i="0" u="none" strike="noStrike" kern="1200" baseline="0">
                      <a:solidFill>
                        <a:schemeClr val="tx1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+mn-cs"/>
                    </a:defRPr>
                  </a:pPr>
                  <a:endParaRPr lang="ru-RU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99DA-8C4B-BBBA-1BD1010F45DD}"/>
                </c:ext>
              </c:extLst>
            </c:dLbl>
            <c:dLbl>
              <c:idx val="7"/>
              <c:layout>
                <c:manualLayout>
                  <c:x val="-4.6557845461444348E-2"/>
                  <c:y val="-7.0587993476247335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 algn="ctr" rtl="0">
                    <a:defRPr sz="1200" b="0" i="0" u="none" strike="noStrike" kern="1200" baseline="0">
                      <a:solidFill>
                        <a:schemeClr val="tx1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+mn-cs"/>
                    </a:defRPr>
                  </a:pPr>
                  <a:endParaRPr lang="ru-RU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2-6F56-48F5-92D8-C3BB826C8C90}"/>
                </c:ext>
              </c:extLst>
            </c:dLbl>
            <c:dLbl>
              <c:idx val="8"/>
              <c:layout>
                <c:manualLayout>
                  <c:x val="-4.8547081043923773E-2"/>
                  <c:y val="-5.500536095413239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3-6F56-48F5-92D8-C3BB826C8C90}"/>
                </c:ext>
              </c:extLst>
            </c:dLbl>
            <c:dLbl>
              <c:idx val="9"/>
              <c:layout>
                <c:manualLayout>
                  <c:x val="-4.5561405702969029E-2"/>
                  <c:y val="-5.50053609541323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4-6F56-48F5-92D8-C3BB826C8C90}"/>
                </c:ext>
              </c:extLst>
            </c:dLbl>
            <c:dLbl>
              <c:idx val="10"/>
              <c:layout>
                <c:manualLayout>
                  <c:x val="-4.7054243373446387E-2"/>
                  <c:y val="-6.033275668818881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5-6F56-48F5-92D8-C3BB826C8C90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numRef>
              <c:f>Лист1!$A$2:$A$6</c:f>
              <c:numCache>
                <c:formatCode>General</c:formatCode>
                <c:ptCount val="5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</c:numCache>
            </c:numRef>
          </c:cat>
          <c:val>
            <c:numRef>
              <c:f>Лист1!$C$2:$C$6</c:f>
              <c:numCache>
                <c:formatCode>General</c:formatCode>
                <c:ptCount val="5"/>
              </c:numCache>
            </c:numRef>
          </c:val>
          <c:extLst>
            <c:ext xmlns:c16="http://schemas.microsoft.com/office/drawing/2014/chart" uri="{C3380CC4-5D6E-409C-BE32-E72D297353CC}">
              <c16:uniqueId val="{00000016-6F56-48F5-92D8-C3BB826C8C90}"/>
            </c:ext>
          </c:extLst>
        </c:ser>
        <c:ser>
          <c:idx val="2"/>
          <c:order val="2"/>
          <c:tx>
            <c:strRef>
              <c:f>Лист1!$D$1</c:f>
              <c:strCache>
                <c:ptCount val="1"/>
              </c:strCache>
            </c:strRef>
          </c:tx>
          <c:spPr>
            <a:solidFill>
              <a:srgbClr val="3C388D"/>
            </a:solidFill>
            <a:ln>
              <a:solidFill>
                <a:srgbClr val="3C388D"/>
              </a:solidFill>
            </a:ln>
          </c:spPr>
          <c:dPt>
            <c:idx val="0"/>
            <c:bubble3D val="0"/>
            <c:spPr>
              <a:solidFill>
                <a:srgbClr val="3C388D"/>
              </a:solidFill>
              <a:ln>
                <a:solidFill>
                  <a:srgbClr val="3C388D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5-EE0B-4BD0-89F4-3779E652C8D8}"/>
              </c:ext>
            </c:extLst>
          </c:dPt>
          <c:dPt>
            <c:idx val="1"/>
            <c:bubble3D val="0"/>
            <c:spPr>
              <a:solidFill>
                <a:srgbClr val="3C388D"/>
              </a:solidFill>
              <a:ln>
                <a:solidFill>
                  <a:srgbClr val="3C388D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7-EE0B-4BD0-89F4-3779E652C8D8}"/>
              </c:ext>
            </c:extLst>
          </c:dPt>
          <c:dPt>
            <c:idx val="2"/>
            <c:bubble3D val="0"/>
            <c:spPr>
              <a:solidFill>
                <a:srgbClr val="3C388D"/>
              </a:solidFill>
              <a:ln>
                <a:solidFill>
                  <a:srgbClr val="3C388D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9-EE0B-4BD0-89F4-3779E652C8D8}"/>
              </c:ext>
            </c:extLst>
          </c:dPt>
          <c:dPt>
            <c:idx val="3"/>
            <c:bubble3D val="0"/>
            <c:spPr>
              <a:solidFill>
                <a:srgbClr val="3C388D"/>
              </a:solidFill>
              <a:ln>
                <a:solidFill>
                  <a:srgbClr val="3C388D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B-EE0B-4BD0-89F4-3779E652C8D8}"/>
              </c:ext>
            </c:extLst>
          </c:dPt>
          <c:dPt>
            <c:idx val="4"/>
            <c:bubble3D val="0"/>
            <c:spPr>
              <a:solidFill>
                <a:srgbClr val="3C388D"/>
              </a:solidFill>
              <a:ln>
                <a:solidFill>
                  <a:srgbClr val="3C388D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99DA-8C4B-BBBA-1BD1010F45DD}"/>
              </c:ext>
            </c:extLst>
          </c:dPt>
          <c:dLbls>
            <c:dLbl>
              <c:idx val="4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 algn="ctr" rtl="0">
                    <a:defRPr sz="1200" b="0" i="0" u="none" strike="noStrike" kern="1200" baseline="0">
                      <a:solidFill>
                        <a:schemeClr val="tx1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+mn-cs"/>
                    </a:defRPr>
                  </a:pPr>
                  <a:endParaRPr lang="ru-RU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99DA-8C4B-BBBA-1BD1010F45DD}"/>
                </c:ext>
              </c:extLst>
            </c:dLbl>
            <c:dLbl>
              <c:idx val="7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 algn="ctr" rtl="0">
                    <a:defRPr sz="1200" b="0" i="0" u="none" strike="noStrike" kern="1200" baseline="0">
                      <a:solidFill>
                        <a:schemeClr val="tx1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+mn-cs"/>
                    </a:defRPr>
                  </a:pPr>
                  <a:endParaRPr lang="ru-RU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19-6F56-48F5-92D8-C3BB826C8C90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numRef>
              <c:f>Лист1!$A$2:$A$6</c:f>
              <c:numCache>
                <c:formatCode>General</c:formatCode>
                <c:ptCount val="5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</c:numCache>
            </c:numRef>
          </c:cat>
          <c:val>
            <c:numRef>
              <c:f>Лист1!$D$2:$D$6</c:f>
              <c:numCache>
                <c:formatCode>General</c:formatCode>
                <c:ptCount val="5"/>
              </c:numCache>
            </c:numRef>
          </c:val>
          <c:extLst>
            <c:ext xmlns:c16="http://schemas.microsoft.com/office/drawing/2014/chart" uri="{C3380CC4-5D6E-409C-BE32-E72D297353CC}">
              <c16:uniqueId val="{0000001D-6F56-48F5-92D8-C3BB826C8C9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legendEntry>
        <c:idx val="4"/>
        <c:delete val="1"/>
      </c:legendEntry>
      <c:layout>
        <c:manualLayout>
          <c:xMode val="edge"/>
          <c:yMode val="edge"/>
          <c:x val="0"/>
          <c:y val="0.87757539924212047"/>
          <c:w val="0.57342647785137291"/>
          <c:h val="0.118046586688449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+mn-cs"/>
            </a:defRPr>
          </a:pPr>
          <a:endParaRPr lang="ru-RU"/>
        </a:p>
      </c:txPr>
    </c:legend>
    <c:plotVisOnly val="1"/>
    <c:dispBlanksAs val="gap"/>
    <c:showDLblsOverMax val="0"/>
  </c:chart>
  <c:spPr>
    <a:noFill/>
    <a:ln w="6350" cap="flat" cmpd="sng" algn="ctr">
      <a:solidFill>
        <a:schemeClr val="bg1"/>
      </a:solidFill>
      <a:prstDash val="solid"/>
      <a:miter lim="800000"/>
    </a:ln>
    <a:effectLst/>
  </c:spPr>
  <c:txPr>
    <a:bodyPr/>
    <a:lstStyle/>
    <a:p>
      <a:pPr>
        <a:defRPr sz="1600">
          <a:latin typeface="Verdana" panose="020B0604030504040204" pitchFamily="34" charset="0"/>
          <a:ea typeface="Verdana" panose="020B0604030504040204" pitchFamily="34" charset="0"/>
        </a:defRPr>
      </a:pPr>
      <a:endParaRPr lang="ru-RU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autoTitleDeleted val="1"/>
    <c:plotArea>
      <c:layout>
        <c:manualLayout>
          <c:layoutTarget val="inner"/>
          <c:xMode val="edge"/>
          <c:yMode val="edge"/>
          <c:x val="7.4195710212639376E-2"/>
          <c:y val="4.6256704270135007E-2"/>
          <c:w val="0.6998843814856156"/>
          <c:h val="0.83829543515490079"/>
        </c:manualLayout>
      </c:layout>
      <c:pieChart>
        <c:varyColors val="1"/>
        <c:ser>
          <c:idx val="0"/>
          <c:order val="0"/>
          <c:tx>
            <c:strRef>
              <c:f>Лист1!$B$1</c:f>
              <c:strCache>
                <c:ptCount val="1"/>
                <c:pt idx="0">
                  <c:v>Показатель 1</c:v>
                </c:pt>
              </c:strCache>
            </c:strRef>
          </c:tx>
          <c:spPr>
            <a:solidFill>
              <a:srgbClr val="D1D0EC"/>
            </a:solidFill>
            <a:ln>
              <a:solidFill>
                <a:srgbClr val="D1D0EC"/>
              </a:solidFill>
            </a:ln>
          </c:spPr>
          <c:dPt>
            <c:idx val="0"/>
            <c:bubble3D val="0"/>
            <c:spPr>
              <a:solidFill>
                <a:schemeClr val="bg1"/>
              </a:solidFill>
              <a:ln>
                <a:solidFill>
                  <a:srgbClr val="B4EBF6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FD57-4B75-856D-F8CF7276DBAC}"/>
              </c:ext>
            </c:extLst>
          </c:dPt>
          <c:dPt>
            <c:idx val="1"/>
            <c:bubble3D val="0"/>
            <c:spPr>
              <a:solidFill>
                <a:srgbClr val="B4EBF6"/>
              </a:solidFill>
              <a:ln>
                <a:solidFill>
                  <a:srgbClr val="B4EBF6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FD57-4B75-856D-F8CF7276DBAC}"/>
              </c:ext>
            </c:extLst>
          </c:dPt>
          <c:dPt>
            <c:idx val="2"/>
            <c:bubble3D val="0"/>
            <c:spPr>
              <a:solidFill>
                <a:srgbClr val="7CDDF0"/>
              </a:solidFill>
              <a:ln>
                <a:solidFill>
                  <a:srgbClr val="7CDDF0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FD57-4B75-856D-F8CF7276DBAC}"/>
              </c:ext>
            </c:extLst>
          </c:dPt>
          <c:dPt>
            <c:idx val="3"/>
            <c:bubble3D val="0"/>
            <c:spPr>
              <a:solidFill>
                <a:srgbClr val="36CCE8"/>
              </a:solidFill>
              <a:ln>
                <a:solidFill>
                  <a:srgbClr val="7CDDF0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FD57-4B75-856D-F8CF7276DBAC}"/>
              </c:ext>
            </c:extLst>
          </c:dPt>
          <c:dPt>
            <c:idx val="4"/>
            <c:bubble3D val="0"/>
            <c:spPr>
              <a:solidFill>
                <a:srgbClr val="D1D0EC"/>
              </a:solidFill>
              <a:ln>
                <a:solidFill>
                  <a:srgbClr val="D1D0EC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FD57-4B75-856D-F8CF7276DBAC}"/>
              </c:ext>
            </c:extLst>
          </c:dPt>
          <c:dLbls>
            <c:dLbl>
              <c:idx val="0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FD57-4B75-856D-F8CF7276DBAC}"/>
                </c:ext>
              </c:extLst>
            </c:dLbl>
            <c:dLbl>
              <c:idx val="1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FD57-4B75-856D-F8CF7276DBAC}"/>
                </c:ext>
              </c:extLst>
            </c:dLbl>
            <c:dLbl>
              <c:idx val="2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FD57-4B75-856D-F8CF7276DBAC}"/>
                </c:ext>
              </c:extLst>
            </c:dLbl>
            <c:dLbl>
              <c:idx val="3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FD57-4B75-856D-F8CF7276DBAC}"/>
                </c:ext>
              </c:extLst>
            </c:dLbl>
            <c:dLbl>
              <c:idx val="4"/>
              <c:layout>
                <c:manualLayout>
                  <c:x val="5.0155636575988276E-3"/>
                  <c:y val="-4.6769121960909517E-3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 algn="ctr" rtl="0">
                    <a:defRPr sz="1200" b="0" i="0" u="none" strike="noStrike" kern="1200" baseline="0">
                      <a:solidFill>
                        <a:schemeClr val="tx1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+mn-cs"/>
                    </a:defRPr>
                  </a:pPr>
                  <a:endParaRPr lang="ru-RU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FD57-4B75-856D-F8CF7276DBAC}"/>
                </c:ext>
              </c:extLst>
            </c:dLbl>
            <c:dLbl>
              <c:idx val="7"/>
              <c:layout>
                <c:manualLayout>
                  <c:x val="-4.627796778479816E-2"/>
                  <c:y val="-7.4583540276789678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 algn="ctr" rtl="0">
                    <a:defRPr sz="1200" b="0" i="0" u="none" strike="noStrike" kern="1200" baseline="0">
                      <a:solidFill>
                        <a:schemeClr val="tx1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+mn-cs"/>
                    </a:defRPr>
                  </a:pPr>
                  <a:endParaRPr lang="ru-RU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FD57-4B75-856D-F8CF7276DBAC}"/>
                </c:ext>
              </c:extLst>
            </c:dLbl>
            <c:dLbl>
              <c:idx val="8"/>
              <c:layout>
                <c:manualLayout>
                  <c:x val="-4.0306617102888742E-2"/>
                  <c:y val="-7.458354027678966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FD57-4B75-856D-F8CF7276DBAC}"/>
                </c:ext>
              </c:extLst>
            </c:dLbl>
            <c:dLbl>
              <c:idx val="9"/>
              <c:layout>
                <c:manualLayout>
                  <c:x val="-5.3580504943895123E-2"/>
                  <c:y val="-5.124625562095309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FD57-4B75-856D-F8CF7276DBAC}"/>
                </c:ext>
              </c:extLst>
            </c:dLbl>
            <c:dLbl>
              <c:idx val="10"/>
              <c:layout>
                <c:manualLayout>
                  <c:x val="-5.057169573751065E-2"/>
                  <c:y val="-4.858254678314027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FD57-4B75-856D-F8CF7276DBA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+mn-cs"/>
                  </a:defRPr>
                </a:pPr>
                <a:endParaRPr lang="ru-RU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/>
            </c:extLst>
          </c:dLbls>
          <c:cat>
            <c:numRef>
              <c:f>Лист1!$A$2:$A$6</c:f>
              <c:numCache>
                <c:formatCode>General</c:formatCode>
                <c:ptCount val="5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</c:numCache>
            </c:numRef>
          </c:cat>
          <c:val>
            <c:numRef>
              <c:f>Лист1!$B$2:$B$6</c:f>
              <c:numCache>
                <c:formatCode>General</c:formatCode>
                <c:ptCount val="5"/>
                <c:pt idx="0">
                  <c:v>120</c:v>
                </c:pt>
                <c:pt idx="1">
                  <c:v>390</c:v>
                </c:pt>
                <c:pt idx="2">
                  <c:v>800</c:v>
                </c:pt>
                <c:pt idx="3">
                  <c:v>1239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FD57-4B75-856D-F8CF7276DBAC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</c:strCache>
            </c:strRef>
          </c:tx>
          <c:spPr>
            <a:solidFill>
              <a:srgbClr val="6D69C3"/>
            </a:solidFill>
            <a:ln>
              <a:solidFill>
                <a:srgbClr val="6D69C3"/>
              </a:solidFill>
            </a:ln>
          </c:spPr>
          <c:dPt>
            <c:idx val="0"/>
            <c:bubble3D val="0"/>
            <c:spPr>
              <a:solidFill>
                <a:srgbClr val="6D69C3"/>
              </a:solidFill>
              <a:ln>
                <a:solidFill>
                  <a:srgbClr val="6D69C3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0-FD57-4B75-856D-F8CF7276DBAC}"/>
              </c:ext>
            </c:extLst>
          </c:dPt>
          <c:dPt>
            <c:idx val="1"/>
            <c:bubble3D val="0"/>
            <c:spPr>
              <a:solidFill>
                <a:srgbClr val="6D69C3"/>
              </a:solidFill>
              <a:ln>
                <a:solidFill>
                  <a:srgbClr val="6D69C3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2-FD57-4B75-856D-F8CF7276DBAC}"/>
              </c:ext>
            </c:extLst>
          </c:dPt>
          <c:dPt>
            <c:idx val="2"/>
            <c:bubble3D val="0"/>
            <c:spPr>
              <a:solidFill>
                <a:srgbClr val="6D69C3"/>
              </a:solidFill>
              <a:ln>
                <a:solidFill>
                  <a:srgbClr val="6D69C3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4-FD57-4B75-856D-F8CF7276DBAC}"/>
              </c:ext>
            </c:extLst>
          </c:dPt>
          <c:dPt>
            <c:idx val="3"/>
            <c:bubble3D val="0"/>
            <c:spPr>
              <a:solidFill>
                <a:srgbClr val="6D69C3"/>
              </a:solidFill>
              <a:ln>
                <a:solidFill>
                  <a:srgbClr val="6D69C3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6-FD57-4B75-856D-F8CF7276DBAC}"/>
              </c:ext>
            </c:extLst>
          </c:dPt>
          <c:dPt>
            <c:idx val="4"/>
            <c:bubble3D val="0"/>
            <c:spPr>
              <a:solidFill>
                <a:srgbClr val="6D69C3"/>
              </a:solidFill>
              <a:ln>
                <a:solidFill>
                  <a:srgbClr val="6D69C3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8-FD57-4B75-856D-F8CF7276DBAC}"/>
              </c:ext>
            </c:extLst>
          </c:dPt>
          <c:dLbls>
            <c:dLbl>
              <c:idx val="0"/>
              <c:layout>
                <c:manualLayout>
                  <c:x val="1.7238685889173781E-3"/>
                  <c:y val="-9.2448830534182182E-4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0-FD57-4B75-856D-F8CF7276DBAC}"/>
                </c:ext>
              </c:extLst>
            </c:dLbl>
            <c:dLbl>
              <c:idx val="1"/>
              <c:layout>
                <c:manualLayout>
                  <c:x val="5.4006438456106446E-4"/>
                  <c:y val="-1.3606859672964154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2-FD57-4B75-856D-F8CF7276DBAC}"/>
                </c:ext>
              </c:extLst>
            </c:dLbl>
            <c:dLbl>
              <c:idx val="3"/>
              <c:layout>
                <c:manualLayout>
                  <c:x val="-1.3356146630918626E-4"/>
                  <c:y val="-1.157307186259211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6-FD57-4B75-856D-F8CF7276DBAC}"/>
                </c:ext>
              </c:extLst>
            </c:dLbl>
            <c:dLbl>
              <c:idx val="4"/>
              <c:layout>
                <c:manualLayout>
                  <c:x val="3.4520569876360934E-3"/>
                  <c:y val="-2.3664479698111444E-3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 algn="ctr" rtl="0">
                    <a:defRPr sz="1200" b="0" i="0" u="none" strike="noStrike" kern="1200" baseline="0">
                      <a:solidFill>
                        <a:schemeClr val="tx1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+mn-cs"/>
                    </a:defRPr>
                  </a:pPr>
                  <a:endParaRPr lang="ru-RU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8-FD57-4B75-856D-F8CF7276DBAC}"/>
                </c:ext>
              </c:extLst>
            </c:dLbl>
            <c:dLbl>
              <c:idx val="7"/>
              <c:layout>
                <c:manualLayout>
                  <c:x val="-4.6557845461444348E-2"/>
                  <c:y val="-7.0587993476247335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 algn="ctr" rtl="0">
                    <a:defRPr sz="1200" b="0" i="0" u="none" strike="noStrike" kern="1200" baseline="0">
                      <a:solidFill>
                        <a:schemeClr val="tx1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+mn-cs"/>
                    </a:defRPr>
                  </a:pPr>
                  <a:endParaRPr lang="ru-RU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9-FD57-4B75-856D-F8CF7276DBAC}"/>
                </c:ext>
              </c:extLst>
            </c:dLbl>
            <c:dLbl>
              <c:idx val="8"/>
              <c:layout>
                <c:manualLayout>
                  <c:x val="-4.8547081043923773E-2"/>
                  <c:y val="-5.500536095413239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A-FD57-4B75-856D-F8CF7276DBAC}"/>
                </c:ext>
              </c:extLst>
            </c:dLbl>
            <c:dLbl>
              <c:idx val="9"/>
              <c:layout>
                <c:manualLayout>
                  <c:x val="-4.5561405702969029E-2"/>
                  <c:y val="-5.50053609541323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B-FD57-4B75-856D-F8CF7276DBAC}"/>
                </c:ext>
              </c:extLst>
            </c:dLbl>
            <c:dLbl>
              <c:idx val="10"/>
              <c:layout>
                <c:manualLayout>
                  <c:x val="-4.7054243373446387E-2"/>
                  <c:y val="-6.033275668818881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C-FD57-4B75-856D-F8CF7276DBA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numRef>
              <c:f>Лист1!$A$2:$A$6</c:f>
              <c:numCache>
                <c:formatCode>General</c:formatCode>
                <c:ptCount val="5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</c:numCache>
            </c:numRef>
          </c:cat>
          <c:val>
            <c:numRef>
              <c:f>Лист1!$C$2:$C$6</c:f>
              <c:numCache>
                <c:formatCode>General</c:formatCode>
                <c:ptCount val="5"/>
              </c:numCache>
            </c:numRef>
          </c:val>
          <c:extLst>
            <c:ext xmlns:c16="http://schemas.microsoft.com/office/drawing/2014/chart" uri="{C3380CC4-5D6E-409C-BE32-E72D297353CC}">
              <c16:uniqueId val="{0000001D-FD57-4B75-856D-F8CF7276DBAC}"/>
            </c:ext>
          </c:extLst>
        </c:ser>
        <c:ser>
          <c:idx val="2"/>
          <c:order val="2"/>
          <c:tx>
            <c:strRef>
              <c:f>Лист1!$D$1</c:f>
              <c:strCache>
                <c:ptCount val="1"/>
              </c:strCache>
            </c:strRef>
          </c:tx>
          <c:spPr>
            <a:solidFill>
              <a:srgbClr val="3C388D"/>
            </a:solidFill>
            <a:ln>
              <a:solidFill>
                <a:srgbClr val="3C388D"/>
              </a:solidFill>
            </a:ln>
          </c:spPr>
          <c:dPt>
            <c:idx val="0"/>
            <c:bubble3D val="0"/>
            <c:spPr>
              <a:solidFill>
                <a:srgbClr val="3C388D"/>
              </a:solidFill>
              <a:ln>
                <a:solidFill>
                  <a:srgbClr val="3C388D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F-FD57-4B75-856D-F8CF7276DBAC}"/>
              </c:ext>
            </c:extLst>
          </c:dPt>
          <c:dPt>
            <c:idx val="1"/>
            <c:bubble3D val="0"/>
            <c:spPr>
              <a:solidFill>
                <a:srgbClr val="3C388D"/>
              </a:solidFill>
              <a:ln>
                <a:solidFill>
                  <a:srgbClr val="3C388D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21-FD57-4B75-856D-F8CF7276DBAC}"/>
              </c:ext>
            </c:extLst>
          </c:dPt>
          <c:dPt>
            <c:idx val="2"/>
            <c:bubble3D val="0"/>
            <c:spPr>
              <a:solidFill>
                <a:srgbClr val="3C388D"/>
              </a:solidFill>
              <a:ln>
                <a:solidFill>
                  <a:srgbClr val="3C388D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23-FD57-4B75-856D-F8CF7276DBAC}"/>
              </c:ext>
            </c:extLst>
          </c:dPt>
          <c:dPt>
            <c:idx val="3"/>
            <c:bubble3D val="0"/>
            <c:spPr>
              <a:solidFill>
                <a:srgbClr val="3C388D"/>
              </a:solidFill>
              <a:ln>
                <a:solidFill>
                  <a:srgbClr val="3C388D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25-FD57-4B75-856D-F8CF7276DBAC}"/>
              </c:ext>
            </c:extLst>
          </c:dPt>
          <c:dPt>
            <c:idx val="4"/>
            <c:bubble3D val="0"/>
            <c:spPr>
              <a:solidFill>
                <a:srgbClr val="3C388D"/>
              </a:solidFill>
              <a:ln>
                <a:solidFill>
                  <a:srgbClr val="3C388D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27-FD57-4B75-856D-F8CF7276DBAC}"/>
              </c:ext>
            </c:extLst>
          </c:dPt>
          <c:dLbls>
            <c:dLbl>
              <c:idx val="4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 algn="ctr" rtl="0">
                    <a:defRPr sz="1200" b="0" i="0" u="none" strike="noStrike" kern="1200" baseline="0">
                      <a:solidFill>
                        <a:schemeClr val="tx1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+mn-cs"/>
                    </a:defRPr>
                  </a:pPr>
                  <a:endParaRPr lang="ru-RU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27-FD57-4B75-856D-F8CF7276DBAC}"/>
                </c:ext>
              </c:extLst>
            </c:dLbl>
            <c:dLbl>
              <c:idx val="7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 algn="ctr" rtl="0">
                    <a:defRPr sz="1200" b="0" i="0" u="none" strike="noStrike" kern="1200" baseline="0">
                      <a:solidFill>
                        <a:schemeClr val="tx1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+mn-cs"/>
                    </a:defRPr>
                  </a:pPr>
                  <a:endParaRPr lang="ru-RU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28-FD57-4B75-856D-F8CF7276DBA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numRef>
              <c:f>Лист1!$A$2:$A$6</c:f>
              <c:numCache>
                <c:formatCode>General</c:formatCode>
                <c:ptCount val="5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</c:numCache>
            </c:numRef>
          </c:cat>
          <c:val>
            <c:numRef>
              <c:f>Лист1!$D$2:$D$6</c:f>
              <c:numCache>
                <c:formatCode>General</c:formatCode>
                <c:ptCount val="5"/>
              </c:numCache>
            </c:numRef>
          </c:val>
          <c:extLst>
            <c:ext xmlns:c16="http://schemas.microsoft.com/office/drawing/2014/chart" uri="{C3380CC4-5D6E-409C-BE32-E72D297353CC}">
              <c16:uniqueId val="{00000029-FD57-4B75-856D-F8CF7276DBA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legendEntry>
        <c:idx val="4"/>
        <c:delete val="1"/>
      </c:legendEntry>
      <c:layout>
        <c:manualLayout>
          <c:xMode val="edge"/>
          <c:yMode val="edge"/>
          <c:x val="0"/>
          <c:y val="0.87757539924212047"/>
          <c:w val="0.57342647785137291"/>
          <c:h val="0.118046586688449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+mn-cs"/>
            </a:defRPr>
          </a:pPr>
          <a:endParaRPr lang="ru-RU"/>
        </a:p>
      </c:txPr>
    </c:legend>
    <c:plotVisOnly val="1"/>
    <c:dispBlanksAs val="gap"/>
    <c:showDLblsOverMax val="0"/>
  </c:chart>
  <c:spPr>
    <a:noFill/>
    <a:ln w="6350" cap="flat" cmpd="sng" algn="ctr">
      <a:solidFill>
        <a:schemeClr val="bg1"/>
      </a:solidFill>
      <a:prstDash val="solid"/>
      <a:miter lim="800000"/>
    </a:ln>
    <a:effectLst/>
  </c:spPr>
  <c:txPr>
    <a:bodyPr/>
    <a:lstStyle/>
    <a:p>
      <a:pPr>
        <a:defRPr sz="1600">
          <a:latin typeface="Verdana" panose="020B0604030504040204" pitchFamily="34" charset="0"/>
          <a:ea typeface="Verdana" panose="020B0604030504040204" pitchFamily="34" charset="0"/>
        </a:defRPr>
      </a:pPr>
      <a:endParaRPr lang="ru-RU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autoTitleDeleted val="1"/>
    <c:plotArea>
      <c:layout>
        <c:manualLayout>
          <c:layoutTarget val="inner"/>
          <c:xMode val="edge"/>
          <c:yMode val="edge"/>
          <c:x val="1.6396609327837625E-2"/>
          <c:y val="4.9345951930357151E-2"/>
          <c:w val="0.93543756064975569"/>
          <c:h val="0.89296647009543584"/>
        </c:manualLayout>
      </c:layout>
      <c:doughnutChart>
        <c:varyColors val="1"/>
        <c:ser>
          <c:idx val="0"/>
          <c:order val="0"/>
          <c:tx>
            <c:strRef>
              <c:f>Лист1!$B$1</c:f>
              <c:strCache>
                <c:ptCount val="1"/>
                <c:pt idx="0">
                  <c:v>Показатель 1</c:v>
                </c:pt>
              </c:strCache>
            </c:strRef>
          </c:tx>
          <c:spPr>
            <a:solidFill>
              <a:srgbClr val="D1D0EC"/>
            </a:solidFill>
            <a:ln>
              <a:solidFill>
                <a:srgbClr val="D1D0EC"/>
              </a:solidFill>
            </a:ln>
          </c:spPr>
          <c:dPt>
            <c:idx val="0"/>
            <c:bubble3D val="0"/>
            <c:spPr>
              <a:solidFill>
                <a:schemeClr val="bg1"/>
              </a:solidFill>
              <a:ln>
                <a:solidFill>
                  <a:srgbClr val="D1D0EC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0-6F56-48F5-92D8-C3BB826C8C90}"/>
              </c:ext>
            </c:extLst>
          </c:dPt>
          <c:dPt>
            <c:idx val="1"/>
            <c:bubble3D val="0"/>
            <c:spPr>
              <a:solidFill>
                <a:srgbClr val="DCEAB4"/>
              </a:solidFill>
              <a:ln>
                <a:solidFill>
                  <a:srgbClr val="DCEAB4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6F56-48F5-92D8-C3BB826C8C90}"/>
              </c:ext>
            </c:extLst>
          </c:dPt>
          <c:dPt>
            <c:idx val="2"/>
            <c:bubble3D val="0"/>
            <c:spPr>
              <a:solidFill>
                <a:srgbClr val="BED777"/>
              </a:solidFill>
              <a:ln>
                <a:solidFill>
                  <a:srgbClr val="D1D0EC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6F56-48F5-92D8-C3BB826C8C90}"/>
              </c:ext>
            </c:extLst>
          </c:dPt>
          <c:dPt>
            <c:idx val="3"/>
            <c:bubble3D val="0"/>
            <c:spPr>
              <a:solidFill>
                <a:srgbClr val="9FC53A"/>
              </a:solidFill>
              <a:ln>
                <a:solidFill>
                  <a:srgbClr val="9FC53A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6F56-48F5-92D8-C3BB826C8C90}"/>
              </c:ext>
            </c:extLst>
          </c:dPt>
          <c:dPt>
            <c:idx val="4"/>
            <c:bubble3D val="0"/>
            <c:spPr>
              <a:solidFill>
                <a:srgbClr val="D1D0EC"/>
              </a:solidFill>
              <a:ln>
                <a:solidFill>
                  <a:srgbClr val="D1D0EC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4-6F56-48F5-92D8-C3BB826C8C90}"/>
              </c:ext>
            </c:extLst>
          </c:dPt>
          <c:dLbls>
            <c:dLbl>
              <c:idx val="0"/>
              <c:layout>
                <c:manualLayout>
                  <c:x val="6.1010051361714959E-2"/>
                  <c:y val="-0.1103495682199036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6F56-48F5-92D8-C3BB826C8C90}"/>
                </c:ext>
              </c:extLst>
            </c:dLbl>
            <c:dLbl>
              <c:idx val="1"/>
              <c:layout>
                <c:manualLayout>
                  <c:x val="0.10917588138412161"/>
                  <c:y val="-7.663164459715528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6F56-48F5-92D8-C3BB826C8C90}"/>
                </c:ext>
              </c:extLst>
            </c:dLbl>
            <c:dLbl>
              <c:idx val="2"/>
              <c:layout>
                <c:manualLayout>
                  <c:x val="0.1573417114065282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6F56-48F5-92D8-C3BB826C8C90}"/>
                </c:ext>
              </c:extLst>
            </c:dLbl>
            <c:dLbl>
              <c:idx val="3"/>
              <c:layout>
                <c:manualLayout>
                  <c:x val="-0.15413065607170109"/>
                  <c:y val="-9.1957973516586904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6F56-48F5-92D8-C3BB826C8C90}"/>
                </c:ext>
              </c:extLst>
            </c:dLbl>
            <c:dLbl>
              <c:idx val="4"/>
              <c:layout>
                <c:manualLayout>
                  <c:x val="5.0155636575988276E-3"/>
                  <c:y val="-4.6769121960909517E-3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 algn="ctr" rtl="0">
                    <a:defRPr sz="1200" b="0" i="0" u="none" strike="noStrike" kern="1200" baseline="0">
                      <a:solidFill>
                        <a:schemeClr val="tx1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+mn-cs"/>
                    </a:defRPr>
                  </a:pPr>
                  <a:endParaRPr lang="ru-RU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6F56-48F5-92D8-C3BB826C8C90}"/>
                </c:ext>
              </c:extLst>
            </c:dLbl>
            <c:dLbl>
              <c:idx val="7"/>
              <c:layout>
                <c:manualLayout>
                  <c:x val="-4.627796778479816E-2"/>
                  <c:y val="-7.4583540276789678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 algn="ctr" rtl="0">
                    <a:defRPr sz="1200" b="0" i="0" u="none" strike="noStrike" kern="1200" baseline="0">
                      <a:solidFill>
                        <a:schemeClr val="tx1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+mn-cs"/>
                    </a:defRPr>
                  </a:pPr>
                  <a:endParaRPr lang="ru-RU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6F56-48F5-92D8-C3BB826C8C90}"/>
                </c:ext>
              </c:extLst>
            </c:dLbl>
            <c:dLbl>
              <c:idx val="8"/>
              <c:layout>
                <c:manualLayout>
                  <c:x val="-4.0306617102888742E-2"/>
                  <c:y val="-7.458354027678966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6F56-48F5-92D8-C3BB826C8C90}"/>
                </c:ext>
              </c:extLst>
            </c:dLbl>
            <c:dLbl>
              <c:idx val="9"/>
              <c:layout>
                <c:manualLayout>
                  <c:x val="-5.3580504943895123E-2"/>
                  <c:y val="-5.124625562095309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6F56-48F5-92D8-C3BB826C8C90}"/>
                </c:ext>
              </c:extLst>
            </c:dLbl>
            <c:dLbl>
              <c:idx val="10"/>
              <c:layout>
                <c:manualLayout>
                  <c:x val="-5.057169573751065E-2"/>
                  <c:y val="-4.858254678314027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6F56-48F5-92D8-C3BB826C8C90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+mn-cs"/>
                  </a:defRPr>
                </a:pPr>
                <a:endParaRPr lang="ru-RU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/>
            </c:extLst>
          </c:dLbls>
          <c:cat>
            <c:numRef>
              <c:f>Лист1!$A$2:$A$6</c:f>
              <c:numCache>
                <c:formatCode>General</c:formatCode>
                <c:ptCount val="5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</c:numCache>
            </c:numRef>
          </c:cat>
          <c:val>
            <c:numRef>
              <c:f>Лист1!$B$2:$B$6</c:f>
              <c:numCache>
                <c:formatCode>General</c:formatCode>
                <c:ptCount val="5"/>
                <c:pt idx="0">
                  <c:v>120</c:v>
                </c:pt>
                <c:pt idx="1">
                  <c:v>390</c:v>
                </c:pt>
                <c:pt idx="2">
                  <c:v>800</c:v>
                </c:pt>
                <c:pt idx="3">
                  <c:v>1239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B-6F56-48F5-92D8-C3BB826C8C90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</c:strCache>
            </c:strRef>
          </c:tx>
          <c:spPr>
            <a:solidFill>
              <a:srgbClr val="6D69C3"/>
            </a:solidFill>
            <a:ln>
              <a:solidFill>
                <a:srgbClr val="6D69C3"/>
              </a:solidFill>
            </a:ln>
          </c:spPr>
          <c:dPt>
            <c:idx val="0"/>
            <c:bubble3D val="0"/>
            <c:spPr>
              <a:solidFill>
                <a:srgbClr val="6D69C3"/>
              </a:solidFill>
              <a:ln>
                <a:solidFill>
                  <a:srgbClr val="6D69C3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C-6F56-48F5-92D8-C3BB826C8C90}"/>
              </c:ext>
            </c:extLst>
          </c:dPt>
          <c:dPt>
            <c:idx val="1"/>
            <c:bubble3D val="0"/>
            <c:spPr>
              <a:solidFill>
                <a:srgbClr val="6D69C3"/>
              </a:solidFill>
              <a:ln>
                <a:solidFill>
                  <a:srgbClr val="6D69C3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D-6F56-48F5-92D8-C3BB826C8C90}"/>
              </c:ext>
            </c:extLst>
          </c:dPt>
          <c:dPt>
            <c:idx val="2"/>
            <c:bubble3D val="0"/>
            <c:spPr>
              <a:solidFill>
                <a:srgbClr val="6D69C3"/>
              </a:solidFill>
              <a:ln>
                <a:solidFill>
                  <a:srgbClr val="6D69C3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F-EE0B-4BD0-89F4-3779E652C8D8}"/>
              </c:ext>
            </c:extLst>
          </c:dPt>
          <c:dPt>
            <c:idx val="3"/>
            <c:bubble3D val="0"/>
            <c:spPr>
              <a:solidFill>
                <a:srgbClr val="6D69C3"/>
              </a:solidFill>
              <a:ln>
                <a:solidFill>
                  <a:srgbClr val="6D69C3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F-6F56-48F5-92D8-C3BB826C8C90}"/>
              </c:ext>
            </c:extLst>
          </c:dPt>
          <c:dPt>
            <c:idx val="4"/>
            <c:bubble3D val="0"/>
            <c:spPr>
              <a:solidFill>
                <a:srgbClr val="6D69C3"/>
              </a:solidFill>
              <a:ln>
                <a:solidFill>
                  <a:srgbClr val="6D69C3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0-99DA-8C4B-BBBA-1BD1010F45DD}"/>
              </c:ext>
            </c:extLst>
          </c:dPt>
          <c:dLbls>
            <c:dLbl>
              <c:idx val="0"/>
              <c:layout>
                <c:manualLayout>
                  <c:x val="1.7238685889173781E-3"/>
                  <c:y val="-9.2448830534182182E-4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6F56-48F5-92D8-C3BB826C8C90}"/>
                </c:ext>
              </c:extLst>
            </c:dLbl>
            <c:dLbl>
              <c:idx val="1"/>
              <c:layout>
                <c:manualLayout>
                  <c:x val="5.4006438456106446E-4"/>
                  <c:y val="-1.3606859672964154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6F56-48F5-92D8-C3BB826C8C90}"/>
                </c:ext>
              </c:extLst>
            </c:dLbl>
            <c:dLbl>
              <c:idx val="3"/>
              <c:layout>
                <c:manualLayout>
                  <c:x val="-1.3356146630918626E-4"/>
                  <c:y val="-1.157307186259211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6F56-48F5-92D8-C3BB826C8C90}"/>
                </c:ext>
              </c:extLst>
            </c:dLbl>
            <c:dLbl>
              <c:idx val="4"/>
              <c:layout>
                <c:manualLayout>
                  <c:x val="3.4520569876360934E-3"/>
                  <c:y val="-2.3664479698111444E-3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 algn="ctr" rtl="0">
                    <a:defRPr sz="1200" b="0" i="0" u="none" strike="noStrike" kern="1200" baseline="0">
                      <a:solidFill>
                        <a:schemeClr val="tx1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+mn-cs"/>
                    </a:defRPr>
                  </a:pPr>
                  <a:endParaRPr lang="ru-RU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99DA-8C4B-BBBA-1BD1010F45DD}"/>
                </c:ext>
              </c:extLst>
            </c:dLbl>
            <c:dLbl>
              <c:idx val="7"/>
              <c:layout>
                <c:manualLayout>
                  <c:x val="-4.6557845461444348E-2"/>
                  <c:y val="-7.0587993476247335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 algn="ctr" rtl="0">
                    <a:defRPr sz="1200" b="0" i="0" u="none" strike="noStrike" kern="1200" baseline="0">
                      <a:solidFill>
                        <a:schemeClr val="tx1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+mn-cs"/>
                    </a:defRPr>
                  </a:pPr>
                  <a:endParaRPr lang="ru-RU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2-6F56-48F5-92D8-C3BB826C8C90}"/>
                </c:ext>
              </c:extLst>
            </c:dLbl>
            <c:dLbl>
              <c:idx val="8"/>
              <c:layout>
                <c:manualLayout>
                  <c:x val="-4.8547081043923773E-2"/>
                  <c:y val="-5.500536095413239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3-6F56-48F5-92D8-C3BB826C8C90}"/>
                </c:ext>
              </c:extLst>
            </c:dLbl>
            <c:dLbl>
              <c:idx val="9"/>
              <c:layout>
                <c:manualLayout>
                  <c:x val="-4.5561405702969029E-2"/>
                  <c:y val="-5.50053609541323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4-6F56-48F5-92D8-C3BB826C8C90}"/>
                </c:ext>
              </c:extLst>
            </c:dLbl>
            <c:dLbl>
              <c:idx val="10"/>
              <c:layout>
                <c:manualLayout>
                  <c:x val="-4.7054243373446387E-2"/>
                  <c:y val="-6.033275668818881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5-6F56-48F5-92D8-C3BB826C8C90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numRef>
              <c:f>Лист1!$A$2:$A$6</c:f>
              <c:numCache>
                <c:formatCode>General</c:formatCode>
                <c:ptCount val="5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</c:numCache>
            </c:numRef>
          </c:cat>
          <c:val>
            <c:numRef>
              <c:f>Лист1!$C$2:$C$6</c:f>
              <c:numCache>
                <c:formatCode>General</c:formatCode>
                <c:ptCount val="5"/>
              </c:numCache>
            </c:numRef>
          </c:val>
          <c:extLst>
            <c:ext xmlns:c16="http://schemas.microsoft.com/office/drawing/2014/chart" uri="{C3380CC4-5D6E-409C-BE32-E72D297353CC}">
              <c16:uniqueId val="{00000016-6F56-48F5-92D8-C3BB826C8C90}"/>
            </c:ext>
          </c:extLst>
        </c:ser>
        <c:ser>
          <c:idx val="2"/>
          <c:order val="2"/>
          <c:tx>
            <c:strRef>
              <c:f>Лист1!$D$1</c:f>
              <c:strCache>
                <c:ptCount val="1"/>
              </c:strCache>
            </c:strRef>
          </c:tx>
          <c:spPr>
            <a:solidFill>
              <a:srgbClr val="3C388D"/>
            </a:solidFill>
            <a:ln>
              <a:solidFill>
                <a:srgbClr val="3C388D"/>
              </a:solidFill>
            </a:ln>
          </c:spPr>
          <c:dPt>
            <c:idx val="0"/>
            <c:bubble3D val="0"/>
            <c:spPr>
              <a:solidFill>
                <a:srgbClr val="3C388D"/>
              </a:solidFill>
              <a:ln>
                <a:solidFill>
                  <a:srgbClr val="3C388D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5-EE0B-4BD0-89F4-3779E652C8D8}"/>
              </c:ext>
            </c:extLst>
          </c:dPt>
          <c:dPt>
            <c:idx val="1"/>
            <c:bubble3D val="0"/>
            <c:spPr>
              <a:solidFill>
                <a:srgbClr val="3C388D"/>
              </a:solidFill>
              <a:ln>
                <a:solidFill>
                  <a:srgbClr val="3C388D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7-EE0B-4BD0-89F4-3779E652C8D8}"/>
              </c:ext>
            </c:extLst>
          </c:dPt>
          <c:dPt>
            <c:idx val="2"/>
            <c:bubble3D val="0"/>
            <c:spPr>
              <a:solidFill>
                <a:srgbClr val="3C388D"/>
              </a:solidFill>
              <a:ln>
                <a:solidFill>
                  <a:srgbClr val="3C388D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9-EE0B-4BD0-89F4-3779E652C8D8}"/>
              </c:ext>
            </c:extLst>
          </c:dPt>
          <c:dPt>
            <c:idx val="3"/>
            <c:bubble3D val="0"/>
            <c:spPr>
              <a:solidFill>
                <a:srgbClr val="3C388D"/>
              </a:solidFill>
              <a:ln>
                <a:solidFill>
                  <a:srgbClr val="3C388D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B-EE0B-4BD0-89F4-3779E652C8D8}"/>
              </c:ext>
            </c:extLst>
          </c:dPt>
          <c:dPt>
            <c:idx val="4"/>
            <c:bubble3D val="0"/>
            <c:spPr>
              <a:solidFill>
                <a:srgbClr val="3C388D"/>
              </a:solidFill>
              <a:ln>
                <a:solidFill>
                  <a:srgbClr val="3C388D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99DA-8C4B-BBBA-1BD1010F45DD}"/>
              </c:ext>
            </c:extLst>
          </c:dPt>
          <c:dLbls>
            <c:dLbl>
              <c:idx val="4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 algn="ctr" rtl="0">
                    <a:defRPr sz="1200" b="0" i="0" u="none" strike="noStrike" kern="1200" baseline="0">
                      <a:solidFill>
                        <a:schemeClr val="tx1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+mn-cs"/>
                    </a:defRPr>
                  </a:pPr>
                  <a:endParaRPr lang="ru-RU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99DA-8C4B-BBBA-1BD1010F45DD}"/>
                </c:ext>
              </c:extLst>
            </c:dLbl>
            <c:dLbl>
              <c:idx val="7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 algn="ctr" rtl="0">
                    <a:defRPr sz="1200" b="0" i="0" u="none" strike="noStrike" kern="1200" baseline="0">
                      <a:solidFill>
                        <a:schemeClr val="tx1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+mn-cs"/>
                    </a:defRPr>
                  </a:pPr>
                  <a:endParaRPr lang="ru-RU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19-6F56-48F5-92D8-C3BB826C8C90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numRef>
              <c:f>Лист1!$A$2:$A$6</c:f>
              <c:numCache>
                <c:formatCode>General</c:formatCode>
                <c:ptCount val="5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</c:numCache>
            </c:numRef>
          </c:cat>
          <c:val>
            <c:numRef>
              <c:f>Лист1!$D$2:$D$6</c:f>
              <c:numCache>
                <c:formatCode>General</c:formatCode>
                <c:ptCount val="5"/>
              </c:numCache>
            </c:numRef>
          </c:val>
          <c:extLst>
            <c:ext xmlns:c16="http://schemas.microsoft.com/office/drawing/2014/chart" uri="{C3380CC4-5D6E-409C-BE32-E72D297353CC}">
              <c16:uniqueId val="{0000001D-6F56-48F5-92D8-C3BB826C8C9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20"/>
      </c:doughnutChart>
      <c:spPr>
        <a:noFill/>
        <a:ln>
          <a:noFill/>
        </a:ln>
        <a:effectLst/>
      </c:spPr>
    </c:plotArea>
    <c:legend>
      <c:legendPos val="r"/>
      <c:legendEntry>
        <c:idx val="4"/>
        <c:delete val="1"/>
      </c:legendEntry>
      <c:layout>
        <c:manualLayout>
          <c:xMode val="edge"/>
          <c:yMode val="edge"/>
          <c:x val="0"/>
          <c:y val="0.87757539924212047"/>
          <c:w val="1"/>
          <c:h val="0.12242454317282041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+mn-cs"/>
            </a:defRPr>
          </a:pPr>
          <a:endParaRPr lang="ru-RU"/>
        </a:p>
      </c:txPr>
    </c:legend>
    <c:plotVisOnly val="1"/>
    <c:dispBlanksAs val="gap"/>
    <c:showDLblsOverMax val="0"/>
  </c:chart>
  <c:spPr>
    <a:noFill/>
    <a:ln w="6350" cap="flat" cmpd="sng" algn="ctr">
      <a:solidFill>
        <a:schemeClr val="bg1"/>
      </a:solidFill>
      <a:prstDash val="solid"/>
      <a:miter lim="800000"/>
    </a:ln>
    <a:effectLst/>
  </c:spPr>
  <c:txPr>
    <a:bodyPr/>
    <a:lstStyle/>
    <a:p>
      <a:pPr>
        <a:defRPr sz="1600">
          <a:latin typeface="Verdana" panose="020B0604030504040204" pitchFamily="34" charset="0"/>
          <a:ea typeface="Verdana" panose="020B0604030504040204" pitchFamily="34" charset="0"/>
        </a:defRPr>
      </a:pPr>
      <a:endParaRPr lang="ru-RU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autoTitleDeleted val="1"/>
    <c:plotArea>
      <c:layout>
        <c:manualLayout>
          <c:layoutTarget val="inner"/>
          <c:xMode val="edge"/>
          <c:yMode val="edge"/>
          <c:x val="1.6396609327837625E-2"/>
          <c:y val="4.9345951930357151E-2"/>
          <c:w val="0.93543756064975569"/>
          <c:h val="0.89296647009543584"/>
        </c:manualLayout>
      </c:layout>
      <c:doughnutChart>
        <c:varyColors val="1"/>
        <c:ser>
          <c:idx val="0"/>
          <c:order val="0"/>
          <c:tx>
            <c:strRef>
              <c:f>Лист1!$B$1</c:f>
              <c:strCache>
                <c:ptCount val="1"/>
                <c:pt idx="0">
                  <c:v>Показатель 1</c:v>
                </c:pt>
              </c:strCache>
            </c:strRef>
          </c:tx>
          <c:spPr>
            <a:solidFill>
              <a:srgbClr val="D1D0EC"/>
            </a:solidFill>
            <a:ln>
              <a:solidFill>
                <a:srgbClr val="D1D0EC"/>
              </a:solidFill>
            </a:ln>
          </c:spPr>
          <c:dPt>
            <c:idx val="0"/>
            <c:bubble3D val="0"/>
            <c:spPr>
              <a:solidFill>
                <a:schemeClr val="bg1"/>
              </a:solidFill>
              <a:ln>
                <a:solidFill>
                  <a:srgbClr val="D1D0EC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A5A3-43CE-912E-3090DFC2A10D}"/>
              </c:ext>
            </c:extLst>
          </c:dPt>
          <c:dPt>
            <c:idx val="1"/>
            <c:bubble3D val="0"/>
            <c:spPr>
              <a:solidFill>
                <a:srgbClr val="DCEAB4"/>
              </a:solidFill>
              <a:ln>
                <a:solidFill>
                  <a:srgbClr val="DCEAB4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A5A3-43CE-912E-3090DFC2A10D}"/>
              </c:ext>
            </c:extLst>
          </c:dPt>
          <c:dPt>
            <c:idx val="2"/>
            <c:bubble3D val="0"/>
            <c:spPr>
              <a:solidFill>
                <a:srgbClr val="BED777"/>
              </a:solidFill>
              <a:ln>
                <a:solidFill>
                  <a:srgbClr val="D1D0EC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A5A3-43CE-912E-3090DFC2A10D}"/>
              </c:ext>
            </c:extLst>
          </c:dPt>
          <c:dPt>
            <c:idx val="3"/>
            <c:bubble3D val="0"/>
            <c:spPr>
              <a:solidFill>
                <a:srgbClr val="9FC53A"/>
              </a:solidFill>
              <a:ln>
                <a:solidFill>
                  <a:srgbClr val="9FC53A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A5A3-43CE-912E-3090DFC2A10D}"/>
              </c:ext>
            </c:extLst>
          </c:dPt>
          <c:dPt>
            <c:idx val="4"/>
            <c:bubble3D val="0"/>
            <c:spPr>
              <a:solidFill>
                <a:srgbClr val="D1D0EC"/>
              </a:solidFill>
              <a:ln>
                <a:solidFill>
                  <a:srgbClr val="D1D0EC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A5A3-43CE-912E-3090DFC2A10D}"/>
              </c:ext>
            </c:extLst>
          </c:dPt>
          <c:dLbls>
            <c:dLbl>
              <c:idx val="0"/>
              <c:layout>
                <c:manualLayout>
                  <c:x val="6.1010051361714959E-2"/>
                  <c:y val="-0.1103495682199036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A5A3-43CE-912E-3090DFC2A10D}"/>
                </c:ext>
              </c:extLst>
            </c:dLbl>
            <c:dLbl>
              <c:idx val="1"/>
              <c:layout>
                <c:manualLayout>
                  <c:x val="0.10917588138412161"/>
                  <c:y val="-7.663164459715528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A5A3-43CE-912E-3090DFC2A10D}"/>
                </c:ext>
              </c:extLst>
            </c:dLbl>
            <c:dLbl>
              <c:idx val="2"/>
              <c:layout>
                <c:manualLayout>
                  <c:x val="0.1573417114065282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A5A3-43CE-912E-3090DFC2A10D}"/>
                </c:ext>
              </c:extLst>
            </c:dLbl>
            <c:dLbl>
              <c:idx val="3"/>
              <c:layout>
                <c:manualLayout>
                  <c:x val="-0.15413065607170109"/>
                  <c:y val="-9.1957973516586904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A5A3-43CE-912E-3090DFC2A10D}"/>
                </c:ext>
              </c:extLst>
            </c:dLbl>
            <c:dLbl>
              <c:idx val="4"/>
              <c:layout>
                <c:manualLayout>
                  <c:x val="5.0155636575988276E-3"/>
                  <c:y val="-4.6769121960909517E-3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 algn="ctr" rtl="0">
                    <a:defRPr sz="1200" b="0" i="0" u="none" strike="noStrike" kern="1200" baseline="0">
                      <a:solidFill>
                        <a:schemeClr val="tx1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+mn-cs"/>
                    </a:defRPr>
                  </a:pPr>
                  <a:endParaRPr lang="ru-RU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A5A3-43CE-912E-3090DFC2A10D}"/>
                </c:ext>
              </c:extLst>
            </c:dLbl>
            <c:dLbl>
              <c:idx val="7"/>
              <c:layout>
                <c:manualLayout>
                  <c:x val="-4.627796778479816E-2"/>
                  <c:y val="-7.4583540276789678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 algn="ctr" rtl="0">
                    <a:defRPr sz="1200" b="0" i="0" u="none" strike="noStrike" kern="1200" baseline="0">
                      <a:solidFill>
                        <a:schemeClr val="tx1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+mn-cs"/>
                    </a:defRPr>
                  </a:pPr>
                  <a:endParaRPr lang="ru-RU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A5A3-43CE-912E-3090DFC2A10D}"/>
                </c:ext>
              </c:extLst>
            </c:dLbl>
            <c:dLbl>
              <c:idx val="8"/>
              <c:layout>
                <c:manualLayout>
                  <c:x val="-4.0306617102888742E-2"/>
                  <c:y val="-7.458354027678966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A5A3-43CE-912E-3090DFC2A10D}"/>
                </c:ext>
              </c:extLst>
            </c:dLbl>
            <c:dLbl>
              <c:idx val="9"/>
              <c:layout>
                <c:manualLayout>
                  <c:x val="-5.3580504943895123E-2"/>
                  <c:y val="-5.124625562095309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A5A3-43CE-912E-3090DFC2A10D}"/>
                </c:ext>
              </c:extLst>
            </c:dLbl>
            <c:dLbl>
              <c:idx val="10"/>
              <c:layout>
                <c:manualLayout>
                  <c:x val="-5.057169573751065E-2"/>
                  <c:y val="-4.858254678314027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A5A3-43CE-912E-3090DFC2A10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+mn-cs"/>
                  </a:defRPr>
                </a:pPr>
                <a:endParaRPr lang="ru-RU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/>
            </c:extLst>
          </c:dLbls>
          <c:cat>
            <c:numRef>
              <c:f>Лист1!$A$2:$A$6</c:f>
              <c:numCache>
                <c:formatCode>General</c:formatCode>
                <c:ptCount val="5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</c:numCache>
            </c:numRef>
          </c:cat>
          <c:val>
            <c:numRef>
              <c:f>Лист1!$B$2:$B$6</c:f>
              <c:numCache>
                <c:formatCode>General</c:formatCode>
                <c:ptCount val="5"/>
                <c:pt idx="0">
                  <c:v>120</c:v>
                </c:pt>
                <c:pt idx="1">
                  <c:v>390</c:v>
                </c:pt>
                <c:pt idx="2">
                  <c:v>800</c:v>
                </c:pt>
                <c:pt idx="3">
                  <c:v>1239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A5A3-43CE-912E-3090DFC2A10D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</c:strCache>
            </c:strRef>
          </c:tx>
          <c:spPr>
            <a:solidFill>
              <a:srgbClr val="6D69C3"/>
            </a:solidFill>
            <a:ln>
              <a:solidFill>
                <a:srgbClr val="6D69C3"/>
              </a:solidFill>
            </a:ln>
          </c:spPr>
          <c:dPt>
            <c:idx val="0"/>
            <c:bubble3D val="0"/>
            <c:spPr>
              <a:solidFill>
                <a:srgbClr val="6D69C3"/>
              </a:solidFill>
              <a:ln>
                <a:solidFill>
                  <a:srgbClr val="6D69C3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0-A5A3-43CE-912E-3090DFC2A10D}"/>
              </c:ext>
            </c:extLst>
          </c:dPt>
          <c:dPt>
            <c:idx val="1"/>
            <c:bubble3D val="0"/>
            <c:spPr>
              <a:solidFill>
                <a:srgbClr val="6D69C3"/>
              </a:solidFill>
              <a:ln>
                <a:solidFill>
                  <a:srgbClr val="6D69C3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2-A5A3-43CE-912E-3090DFC2A10D}"/>
              </c:ext>
            </c:extLst>
          </c:dPt>
          <c:dPt>
            <c:idx val="2"/>
            <c:bubble3D val="0"/>
            <c:spPr>
              <a:solidFill>
                <a:srgbClr val="6D69C3"/>
              </a:solidFill>
              <a:ln>
                <a:solidFill>
                  <a:srgbClr val="6D69C3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4-A5A3-43CE-912E-3090DFC2A10D}"/>
              </c:ext>
            </c:extLst>
          </c:dPt>
          <c:dPt>
            <c:idx val="3"/>
            <c:bubble3D val="0"/>
            <c:spPr>
              <a:solidFill>
                <a:srgbClr val="6D69C3"/>
              </a:solidFill>
              <a:ln>
                <a:solidFill>
                  <a:srgbClr val="6D69C3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6-A5A3-43CE-912E-3090DFC2A10D}"/>
              </c:ext>
            </c:extLst>
          </c:dPt>
          <c:dPt>
            <c:idx val="4"/>
            <c:bubble3D val="0"/>
            <c:spPr>
              <a:solidFill>
                <a:srgbClr val="6D69C3"/>
              </a:solidFill>
              <a:ln>
                <a:solidFill>
                  <a:srgbClr val="6D69C3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8-A5A3-43CE-912E-3090DFC2A10D}"/>
              </c:ext>
            </c:extLst>
          </c:dPt>
          <c:dLbls>
            <c:dLbl>
              <c:idx val="0"/>
              <c:layout>
                <c:manualLayout>
                  <c:x val="1.7238685889173781E-3"/>
                  <c:y val="-9.2448830534182182E-4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0-A5A3-43CE-912E-3090DFC2A10D}"/>
                </c:ext>
              </c:extLst>
            </c:dLbl>
            <c:dLbl>
              <c:idx val="1"/>
              <c:layout>
                <c:manualLayout>
                  <c:x val="5.4006438456106446E-4"/>
                  <c:y val="-1.3606859672964154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2-A5A3-43CE-912E-3090DFC2A10D}"/>
                </c:ext>
              </c:extLst>
            </c:dLbl>
            <c:dLbl>
              <c:idx val="3"/>
              <c:layout>
                <c:manualLayout>
                  <c:x val="-1.3356146630918626E-4"/>
                  <c:y val="-1.157307186259211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6-A5A3-43CE-912E-3090DFC2A10D}"/>
                </c:ext>
              </c:extLst>
            </c:dLbl>
            <c:dLbl>
              <c:idx val="4"/>
              <c:layout>
                <c:manualLayout>
                  <c:x val="3.4520569876360934E-3"/>
                  <c:y val="-2.3664479698111444E-3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 algn="ctr" rtl="0">
                    <a:defRPr sz="1200" b="0" i="0" u="none" strike="noStrike" kern="1200" baseline="0">
                      <a:solidFill>
                        <a:schemeClr val="tx1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+mn-cs"/>
                    </a:defRPr>
                  </a:pPr>
                  <a:endParaRPr lang="ru-RU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8-A5A3-43CE-912E-3090DFC2A10D}"/>
                </c:ext>
              </c:extLst>
            </c:dLbl>
            <c:dLbl>
              <c:idx val="7"/>
              <c:layout>
                <c:manualLayout>
                  <c:x val="-4.6557845461444348E-2"/>
                  <c:y val="-7.0587993476247335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 algn="ctr" rtl="0">
                    <a:defRPr sz="1200" b="0" i="0" u="none" strike="noStrike" kern="1200" baseline="0">
                      <a:solidFill>
                        <a:schemeClr val="tx1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+mn-cs"/>
                    </a:defRPr>
                  </a:pPr>
                  <a:endParaRPr lang="ru-RU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9-A5A3-43CE-912E-3090DFC2A10D}"/>
                </c:ext>
              </c:extLst>
            </c:dLbl>
            <c:dLbl>
              <c:idx val="8"/>
              <c:layout>
                <c:manualLayout>
                  <c:x val="-4.8547081043923773E-2"/>
                  <c:y val="-5.500536095413239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A-A5A3-43CE-912E-3090DFC2A10D}"/>
                </c:ext>
              </c:extLst>
            </c:dLbl>
            <c:dLbl>
              <c:idx val="9"/>
              <c:layout>
                <c:manualLayout>
                  <c:x val="-4.5561405702969029E-2"/>
                  <c:y val="-5.50053609541323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B-A5A3-43CE-912E-3090DFC2A10D}"/>
                </c:ext>
              </c:extLst>
            </c:dLbl>
            <c:dLbl>
              <c:idx val="10"/>
              <c:layout>
                <c:manualLayout>
                  <c:x val="-4.7054243373446387E-2"/>
                  <c:y val="-6.033275668818881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C-A5A3-43CE-912E-3090DFC2A10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numRef>
              <c:f>Лист1!$A$2:$A$6</c:f>
              <c:numCache>
                <c:formatCode>General</c:formatCode>
                <c:ptCount val="5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</c:numCache>
            </c:numRef>
          </c:cat>
          <c:val>
            <c:numRef>
              <c:f>Лист1!$C$2:$C$6</c:f>
              <c:numCache>
                <c:formatCode>General</c:formatCode>
                <c:ptCount val="5"/>
              </c:numCache>
            </c:numRef>
          </c:val>
          <c:extLst>
            <c:ext xmlns:c16="http://schemas.microsoft.com/office/drawing/2014/chart" uri="{C3380CC4-5D6E-409C-BE32-E72D297353CC}">
              <c16:uniqueId val="{0000001D-A5A3-43CE-912E-3090DFC2A10D}"/>
            </c:ext>
          </c:extLst>
        </c:ser>
        <c:ser>
          <c:idx val="2"/>
          <c:order val="2"/>
          <c:tx>
            <c:strRef>
              <c:f>Лист1!$D$1</c:f>
              <c:strCache>
                <c:ptCount val="1"/>
              </c:strCache>
            </c:strRef>
          </c:tx>
          <c:spPr>
            <a:solidFill>
              <a:srgbClr val="3C388D"/>
            </a:solidFill>
            <a:ln>
              <a:solidFill>
                <a:srgbClr val="3C388D"/>
              </a:solidFill>
            </a:ln>
          </c:spPr>
          <c:dPt>
            <c:idx val="0"/>
            <c:bubble3D val="0"/>
            <c:spPr>
              <a:solidFill>
                <a:srgbClr val="3C388D"/>
              </a:solidFill>
              <a:ln>
                <a:solidFill>
                  <a:srgbClr val="3C388D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F-A5A3-43CE-912E-3090DFC2A10D}"/>
              </c:ext>
            </c:extLst>
          </c:dPt>
          <c:dPt>
            <c:idx val="1"/>
            <c:bubble3D val="0"/>
            <c:spPr>
              <a:solidFill>
                <a:srgbClr val="3C388D"/>
              </a:solidFill>
              <a:ln>
                <a:solidFill>
                  <a:srgbClr val="3C388D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21-A5A3-43CE-912E-3090DFC2A10D}"/>
              </c:ext>
            </c:extLst>
          </c:dPt>
          <c:dPt>
            <c:idx val="2"/>
            <c:bubble3D val="0"/>
            <c:spPr>
              <a:solidFill>
                <a:srgbClr val="3C388D"/>
              </a:solidFill>
              <a:ln>
                <a:solidFill>
                  <a:srgbClr val="3C388D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23-A5A3-43CE-912E-3090DFC2A10D}"/>
              </c:ext>
            </c:extLst>
          </c:dPt>
          <c:dPt>
            <c:idx val="3"/>
            <c:bubble3D val="0"/>
            <c:spPr>
              <a:solidFill>
                <a:srgbClr val="3C388D"/>
              </a:solidFill>
              <a:ln>
                <a:solidFill>
                  <a:srgbClr val="3C388D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25-A5A3-43CE-912E-3090DFC2A10D}"/>
              </c:ext>
            </c:extLst>
          </c:dPt>
          <c:dPt>
            <c:idx val="4"/>
            <c:bubble3D val="0"/>
            <c:spPr>
              <a:solidFill>
                <a:srgbClr val="3C388D"/>
              </a:solidFill>
              <a:ln>
                <a:solidFill>
                  <a:srgbClr val="3C388D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27-A5A3-43CE-912E-3090DFC2A10D}"/>
              </c:ext>
            </c:extLst>
          </c:dPt>
          <c:dLbls>
            <c:dLbl>
              <c:idx val="4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 algn="ctr" rtl="0">
                    <a:defRPr sz="1200" b="0" i="0" u="none" strike="noStrike" kern="1200" baseline="0">
                      <a:solidFill>
                        <a:schemeClr val="tx1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+mn-cs"/>
                    </a:defRPr>
                  </a:pPr>
                  <a:endParaRPr lang="ru-RU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27-A5A3-43CE-912E-3090DFC2A10D}"/>
                </c:ext>
              </c:extLst>
            </c:dLbl>
            <c:dLbl>
              <c:idx val="7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 algn="ctr" rtl="0">
                    <a:defRPr sz="1200" b="0" i="0" u="none" strike="noStrike" kern="1200" baseline="0">
                      <a:solidFill>
                        <a:schemeClr val="tx1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+mn-cs"/>
                    </a:defRPr>
                  </a:pPr>
                  <a:endParaRPr lang="ru-RU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28-A5A3-43CE-912E-3090DFC2A10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numRef>
              <c:f>Лист1!$A$2:$A$6</c:f>
              <c:numCache>
                <c:formatCode>General</c:formatCode>
                <c:ptCount val="5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</c:numCache>
            </c:numRef>
          </c:cat>
          <c:val>
            <c:numRef>
              <c:f>Лист1!$D$2:$D$6</c:f>
              <c:numCache>
                <c:formatCode>General</c:formatCode>
                <c:ptCount val="5"/>
              </c:numCache>
            </c:numRef>
          </c:val>
          <c:extLst>
            <c:ext xmlns:c16="http://schemas.microsoft.com/office/drawing/2014/chart" uri="{C3380CC4-5D6E-409C-BE32-E72D297353CC}">
              <c16:uniqueId val="{00000029-A5A3-43CE-912E-3090DFC2A10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20"/>
      </c:doughnutChart>
      <c:spPr>
        <a:noFill/>
        <a:ln>
          <a:noFill/>
        </a:ln>
        <a:effectLst/>
      </c:spPr>
    </c:plotArea>
    <c:legend>
      <c:legendPos val="r"/>
      <c:legendEntry>
        <c:idx val="4"/>
        <c:delete val="1"/>
      </c:legendEntry>
      <c:layout>
        <c:manualLayout>
          <c:xMode val="edge"/>
          <c:yMode val="edge"/>
          <c:x val="0"/>
          <c:y val="0.87757539924212047"/>
          <c:w val="1"/>
          <c:h val="0.12242454317282041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+mn-cs"/>
            </a:defRPr>
          </a:pPr>
          <a:endParaRPr lang="ru-RU"/>
        </a:p>
      </c:txPr>
    </c:legend>
    <c:plotVisOnly val="1"/>
    <c:dispBlanksAs val="gap"/>
    <c:showDLblsOverMax val="0"/>
  </c:chart>
  <c:spPr>
    <a:noFill/>
    <a:ln w="6350" cap="flat" cmpd="sng" algn="ctr">
      <a:solidFill>
        <a:schemeClr val="bg1"/>
      </a:solidFill>
      <a:prstDash val="solid"/>
      <a:miter lim="800000"/>
    </a:ln>
    <a:effectLst/>
  </c:spPr>
  <c:txPr>
    <a:bodyPr/>
    <a:lstStyle/>
    <a:p>
      <a:pPr>
        <a:defRPr sz="1600">
          <a:latin typeface="Verdana" panose="020B0604030504040204" pitchFamily="34" charset="0"/>
          <a:ea typeface="Verdana" panose="020B0604030504040204" pitchFamily="34" charset="0"/>
        </a:defRPr>
      </a:pPr>
      <a:endParaRPr lang="ru-RU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Reversed" id="21">
  <a:schemeClr val="accent1"/>
</cs:colorStyle>
</file>

<file path=ppt/charts/colors2.xml><?xml version="1.0" encoding="utf-8"?>
<cs:colorStyle xmlns:cs="http://schemas.microsoft.com/office/drawing/2012/chartStyle" xmlns:a="http://schemas.openxmlformats.org/drawingml/2006/main" meth="withinLinearReversed" id="21">
  <a:schemeClr val="accent1"/>
</cs:colorStyle>
</file>

<file path=ppt/charts/colors3.xml><?xml version="1.0" encoding="utf-8"?>
<cs:colorStyle xmlns:cs="http://schemas.microsoft.com/office/drawing/2012/chartStyle" xmlns:a="http://schemas.openxmlformats.org/drawingml/2006/main" meth="withinLinearReversed" id="21">
  <a:schemeClr val="accent1"/>
</cs:colorStyle>
</file>

<file path=ppt/charts/colors4.xml><?xml version="1.0" encoding="utf-8"?>
<cs:colorStyle xmlns:cs="http://schemas.microsoft.com/office/drawing/2012/chartStyle" xmlns:a="http://schemas.openxmlformats.org/drawingml/2006/main" meth="withinLinearReversed" id="21">
  <a:schemeClr val="accent1"/>
</cs:colorStyle>
</file>

<file path=ppt/charts/colors5.xml><?xml version="1.0" encoding="utf-8"?>
<cs:colorStyle xmlns:cs="http://schemas.microsoft.com/office/drawing/2012/chartStyle" xmlns:a="http://schemas.openxmlformats.org/drawingml/2006/main" meth="withinLinearReversed" id="21">
  <a:schemeClr val="accent1"/>
</cs:colorStyle>
</file>

<file path=ppt/charts/colors6.xml><?xml version="1.0" encoding="utf-8"?>
<cs:colorStyle xmlns:cs="http://schemas.microsoft.com/office/drawing/2012/chartStyle" xmlns:a="http://schemas.openxmlformats.org/drawingml/2006/main" meth="withinLinearReversed" id="21">
  <a:schemeClr val="accent1"/>
</cs:colorStyle>
</file>

<file path=ppt/charts/colors7.xml><?xml version="1.0" encoding="utf-8"?>
<cs:colorStyle xmlns:cs="http://schemas.microsoft.com/office/drawing/2012/chartStyle" xmlns:a="http://schemas.openxmlformats.org/drawingml/2006/main" meth="withinLinearReversed" id="21">
  <a:schemeClr val="accent1"/>
</cs:colorStyle>
</file>

<file path=ppt/charts/style1.xml><?xml version="1.0" encoding="utf-8"?>
<cs:chartStyle xmlns:cs="http://schemas.microsoft.com/office/drawing/2012/chartStyle" xmlns:a="http://schemas.openxmlformats.org/drawingml/2006/main" id="10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8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10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8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10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8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10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8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charts/style5.xml><?xml version="1.0" encoding="utf-8"?>
<cs:chartStyle xmlns:cs="http://schemas.microsoft.com/office/drawing/2012/chartStyle" xmlns:a="http://schemas.openxmlformats.org/drawingml/2006/main" id="10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8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charts/style6.xml><?xml version="1.0" encoding="utf-8"?>
<cs:chartStyle xmlns:cs="http://schemas.microsoft.com/office/drawing/2012/chartStyle" xmlns:a="http://schemas.openxmlformats.org/drawingml/2006/main" id="10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8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charts/style7.xml><?xml version="1.0" encoding="utf-8"?>
<cs:chartStyle xmlns:cs="http://schemas.microsoft.com/office/drawing/2012/chartStyle" xmlns:a="http://schemas.openxmlformats.org/drawingml/2006/main" id="10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8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A99640-FDFF-554B-8155-2A4ABB0BB1C0}" type="datetimeFigureOut">
              <a:rPr lang="ru-RU" smtClean="0"/>
              <a:t>19.07.2022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B55478-82A6-BE44-8EFA-5CC00A4527A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100910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B55478-82A6-BE44-8EFA-5CC00A4527A4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444910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B55478-82A6-BE44-8EFA-5CC00A4527A4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715349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B55478-82A6-BE44-8EFA-5CC00A4527A4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43176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B55478-82A6-BE44-8EFA-5CC00A4527A4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359875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B55478-82A6-BE44-8EFA-5CC00A4527A4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478170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B55478-82A6-BE44-8EFA-5CC00A4527A4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4055550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B55478-82A6-BE44-8EFA-5CC00A4527A4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988147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170707D-31DF-4198-B226-3E86B72270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962504C-6F4D-40E7-8C48-673B65E271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ED3BBD7-AAB6-4B8E-A07C-AA3217EE88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3AA36-DFB3-4BD3-B693-E730B8B63A63}" type="datetimeFigureOut">
              <a:rPr lang="ru-RU" smtClean="0"/>
              <a:t>19.07.2022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1478760-7C9F-4EAD-97A8-37EDECB58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D044B74-2CE6-4717-BE07-A7E8F512DC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2586B-6C0A-4699-A295-133075F8516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447162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FDD19CE-6856-4233-B020-94CF3DF5CB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F232382-DAD4-41F8-B3C7-B0214FDCBD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6EFBC30-F183-4D96-AE00-E67291B5A7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3AA36-DFB3-4BD3-B693-E730B8B63A63}" type="datetimeFigureOut">
              <a:rPr lang="ru-RU" smtClean="0"/>
              <a:t>19.07.2022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806AE86-0A51-469D-B06F-E7B2B039BD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C0ED490-8851-48B1-BBB0-D43C8DE15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2586B-6C0A-4699-A295-133075F8516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474654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16E289-B09A-4E72-8BB7-380E1F24E6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73D96EF-4200-4D6C-8DC7-E3BBAD3BF6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4D91F25-F7DD-4CCA-BAF9-92B117DA71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3AA36-DFB3-4BD3-B693-E730B8B63A63}" type="datetimeFigureOut">
              <a:rPr lang="ru-RU" smtClean="0"/>
              <a:t>19.07.2022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5F784E5-B5E6-4709-BCA9-69FC45F61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9D31165-6A70-4C14-B73E-66E28DEDD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2586B-6C0A-4699-A295-133075F8516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8034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123D59-3DDA-47F2-B308-AC454A7F34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ACDF3BF-7477-44BC-BA1F-7C7809CA99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052E31D-F7B9-4F58-9335-937F84C562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F9B6C25-1B17-4794-BCAF-0CCCBEF0E7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3AA36-DFB3-4BD3-B693-E730B8B63A63}" type="datetimeFigureOut">
              <a:rPr lang="ru-RU" smtClean="0"/>
              <a:t>19.07.2022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7963F3A-0424-47D1-B9CC-6E9A5B851D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CDD3672-519C-4F83-AA53-11B120AE0C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2586B-6C0A-4699-A295-133075F8516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836359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0455239-15C2-4F47-B887-A7DEB4DA37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4F512C7-5BE8-4CE0-ABAA-AB66997EE7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2BAB5D7-F5C5-4918-8E5B-F68E6CACD4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9A85740-B5B3-4E39-9A69-DF5B549529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C0D9EA6E-3670-4DD9-82E0-960B85C2F8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9DF712CC-0B3C-4E68-9087-FB9EB59C5A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3AA36-DFB3-4BD3-B693-E730B8B63A63}" type="datetimeFigureOut">
              <a:rPr lang="ru-RU" smtClean="0"/>
              <a:t>19.07.2022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DE5BC37-E163-4E9D-9E62-6FE9BD6636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D2763CB9-D774-4905-9A53-41BCA7412B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2586B-6C0A-4699-A295-133075F8516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000740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4B46F7A-A610-4C7B-8620-65A1A47824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8FEC7ED2-4EAB-44BB-9772-CA3BE12C50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3AA36-DFB3-4BD3-B693-E730B8B63A63}" type="datetimeFigureOut">
              <a:rPr lang="ru-RU" smtClean="0"/>
              <a:t>19.07.2022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F1D58D49-5DA8-4081-8D41-AD210AB497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964FA51-E78A-44E1-98FD-F7B16AC47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2586B-6C0A-4699-A295-133075F8516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4343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AC9D2DBF-EBB5-451C-BE92-CC5D166CD1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3AA36-DFB3-4BD3-B693-E730B8B63A63}" type="datetimeFigureOut">
              <a:rPr lang="ru-RU" smtClean="0"/>
              <a:t>19.07.2022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D062A9C1-20D6-4DFB-A8B4-37740B2FD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1ADE724-FD62-44CB-888F-3D4B20E31E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2586B-6C0A-4699-A295-133075F8516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235638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D40A2F-9A2C-4459-BFA2-7AE3865158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7676C02-AC5D-4012-8E79-E56712DE21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CDED3AB-6370-4255-AF69-8345192E90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76B5FE2-EFC8-42CE-AC13-B865DD4A4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3AA36-DFB3-4BD3-B693-E730B8B63A63}" type="datetimeFigureOut">
              <a:rPr lang="ru-RU" smtClean="0"/>
              <a:t>19.07.2022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C634443-4E55-4D68-AD64-DFED74FB1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B25D295-D37F-4D68-A079-DF616C27EC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2586B-6C0A-4699-A295-133075F8516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443318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9EEE2A2-9783-4276-9375-8CA4094144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D77805E7-DD31-4811-8C5B-7276A6465BC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79A87DF-B413-4841-A25A-8233B9B25E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E9ED02B-7073-4F31-8F59-EC154CC24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3AA36-DFB3-4BD3-B693-E730B8B63A63}" type="datetimeFigureOut">
              <a:rPr lang="ru-RU" smtClean="0"/>
              <a:t>19.07.2022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A401AB8-0660-42DF-94A3-E5093FA55E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719A62D-04D5-4145-BF4A-87E6272107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2586B-6C0A-4699-A295-133075F8516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322283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36909AE-F391-4BD4-A0AF-9D4B2B3745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0A033E7-D627-4EA3-B129-8FC5532C9A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8AFE0ED-BC22-4120-8C56-A589FF297F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3AA36-DFB3-4BD3-B693-E730B8B63A63}" type="datetimeFigureOut">
              <a:rPr lang="ru-RU" smtClean="0"/>
              <a:t>19.07.2022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FE62388-EC02-4D58-B8E0-DAE1A678D0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F628FB0-8A56-4F00-9E17-4855131D9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2586B-6C0A-4699-A295-133075F8516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05200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F67B33A9-AB59-45D0-96AD-777DE0609F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D0F5AFB-5780-4095-82C2-7757D2720A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AD9B20F-BB25-4D88-B2B0-84BFAD704E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3AA36-DFB3-4BD3-B693-E730B8B63A63}" type="datetimeFigureOut">
              <a:rPr lang="ru-RU" smtClean="0"/>
              <a:t>19.07.2022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8829F14-1140-4D93-BB6B-9DF5EBE44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A8B2141-047B-4FCF-AA85-F0A59318BA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2586B-6C0A-4699-A295-133075F8516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503896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53358F0-159B-504A-B9FD-FC998DAFB98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60" b="1617"/>
          <a:stretch/>
        </p:blipFill>
        <p:spPr>
          <a:xfrm>
            <a:off x="-1" y="-1"/>
            <a:ext cx="12192001" cy="6858001"/>
          </a:xfrm>
          <a:prstGeom prst="rect">
            <a:avLst/>
          </a:prstGeom>
        </p:spPr>
      </p:pic>
      <p:sp>
        <p:nvSpPr>
          <p:cNvPr id="7" name="Дата 3">
            <a:extLst>
              <a:ext uri="{FF2B5EF4-FFF2-40B4-BE49-F238E27FC236}">
                <a16:creationId xmlns:a16="http://schemas.microsoft.com/office/drawing/2014/main" id="{7723E2FE-6012-4501-ACDB-3FECEA31DB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709454" y="603040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2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fld id="{273C401B-1B14-4810-BA37-2D3B4ECEFE53}" type="datetime1">
              <a:rPr lang="ru-RU" smtClean="0"/>
              <a:t>19.07.2022</a:t>
            </a:fld>
            <a:endParaRPr lang="ru-RU" dirty="0"/>
          </a:p>
        </p:txBody>
      </p:sp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869C74DB-AE1A-437B-ACD9-E27CA6D76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86481"/>
            <a:ext cx="10515600" cy="1771968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/>
          </a:bodyPr>
          <a:lstStyle>
            <a:lvl1pPr>
              <a:defRPr sz="60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12" name="Текст 11">
            <a:extLst>
              <a:ext uri="{FF2B5EF4-FFF2-40B4-BE49-F238E27FC236}">
                <a16:creationId xmlns:a16="http://schemas.microsoft.com/office/drawing/2014/main" id="{8E4B5BDC-B674-4D6C-BB4A-C5841B4B4BD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6017895"/>
            <a:ext cx="4140200" cy="365125"/>
          </a:xfrm>
          <a:prstGeom prst="rect">
            <a:avLst/>
          </a:prstGeo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12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pPr marL="514350" marR="0" lvl="0" indent="-5143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ru-RU" dirty="0"/>
              <a:t>вспомогательный текст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7FCA9203-8CF5-40F9-9015-089D63E9FA9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1225" y="626121"/>
            <a:ext cx="2646405" cy="724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1016274"/>
      </p:ext>
    </p:extLst>
  </p:cSld>
  <p:clrMapOvr>
    <a:masterClrMapping/>
  </p:clrMapOvr>
  <p:hf sldNum="0" hdr="0" ftr="0"/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BB61DFC-9213-474E-A172-AC5FBBD3DC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58DC243-D4F3-46F2-AA4B-17F436E5BC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F57041C-FBA3-4AFB-9F6C-1850A322E7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63AA36-DFB3-4BD3-B693-E730B8B63A63}" type="datetimeFigureOut">
              <a:rPr lang="ru-RU" smtClean="0"/>
              <a:t>19.07.2022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EA50045-E6E3-492E-841D-9D062A7C48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C7BDDDA-0332-4C66-9D2A-42AA729693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12586B-6C0A-4699-A295-133075F8516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766499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4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10" Type="http://schemas.openxmlformats.org/officeDocument/2006/relationships/image" Target="../media/image21.svg"/><Relationship Id="rId4" Type="http://schemas.openxmlformats.org/officeDocument/2006/relationships/image" Target="../media/image5.svg"/><Relationship Id="rId9" Type="http://schemas.openxmlformats.org/officeDocument/2006/relationships/image" Target="../media/image2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5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5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4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5.svg"/><Relationship Id="rId9" Type="http://schemas.openxmlformats.org/officeDocument/2006/relationships/image" Target="../media/image13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svg"/><Relationship Id="rId5" Type="http://schemas.openxmlformats.org/officeDocument/2006/relationships/image" Target="../media/image27.png"/><Relationship Id="rId4" Type="http://schemas.openxmlformats.org/officeDocument/2006/relationships/image" Target="../media/image5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7" Type="http://schemas.openxmlformats.org/officeDocument/2006/relationships/image" Target="../media/image5.sv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2.svg"/><Relationship Id="rId4" Type="http://schemas.openxmlformats.org/officeDocument/2006/relationships/image" Target="../media/image3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microsoft.com/office/2007/relationships/hdphoto" Target="../media/hdphoto1.wdp"/><Relationship Id="rId7" Type="http://schemas.openxmlformats.org/officeDocument/2006/relationships/image" Target="../media/image37.sv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11" Type="http://schemas.openxmlformats.org/officeDocument/2006/relationships/image" Target="../media/image40.svg"/><Relationship Id="rId5" Type="http://schemas.openxmlformats.org/officeDocument/2006/relationships/image" Target="../media/image35.svg"/><Relationship Id="rId10" Type="http://schemas.openxmlformats.org/officeDocument/2006/relationships/image" Target="../media/image39.png"/><Relationship Id="rId4" Type="http://schemas.openxmlformats.org/officeDocument/2006/relationships/image" Target="../media/image34.png"/><Relationship Id="rId9" Type="http://schemas.openxmlformats.org/officeDocument/2006/relationships/image" Target="../media/image38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Relationship Id="rId5" Type="http://schemas.openxmlformats.org/officeDocument/2006/relationships/chart" Target="../charts/chart1.xml"/><Relationship Id="rId4" Type="http://schemas.openxmlformats.org/officeDocument/2006/relationships/image" Target="../media/image5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5.xml"/><Relationship Id="rId4" Type="http://schemas.openxmlformats.org/officeDocument/2006/relationships/chart" Target="../charts/char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7.xml"/><Relationship Id="rId4" Type="http://schemas.openxmlformats.org/officeDocument/2006/relationships/chart" Target="../charts/char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sv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5E7D6B06-FFB5-40E2-86F2-0A120FA3D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034071"/>
            <a:ext cx="10515600" cy="1876535"/>
          </a:xfrm>
        </p:spPr>
        <p:txBody>
          <a:bodyPr>
            <a:normAutofit fontScale="90000"/>
          </a:bodyPr>
          <a:lstStyle/>
          <a:p>
            <a:pPr>
              <a:spcAft>
                <a:spcPts val="600"/>
              </a:spcAft>
            </a:pPr>
            <a:r>
              <a:rPr lang="ru-RU" sz="5300" b="1" dirty="0"/>
              <a:t>Требования по оформлению</a:t>
            </a:r>
            <a:br>
              <a:rPr lang="ru-RU" sz="5300" b="1" dirty="0"/>
            </a:br>
            <a:r>
              <a:rPr lang="ru-RU" sz="5300" b="1" dirty="0"/>
              <a:t>презентации</a:t>
            </a:r>
            <a:br>
              <a:rPr lang="ru-RU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448695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1D3094F3-12CA-4793-A6DE-0C96D51DE8F0}"/>
              </a:ext>
            </a:extLst>
          </p:cNvPr>
          <p:cNvSpPr/>
          <p:nvPr/>
        </p:nvSpPr>
        <p:spPr>
          <a:xfrm>
            <a:off x="10476818" y="6357234"/>
            <a:ext cx="1715181" cy="500766"/>
          </a:xfrm>
          <a:prstGeom prst="rect">
            <a:avLst/>
          </a:prstGeom>
          <a:solidFill>
            <a:srgbClr val="3C38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8" name="Прямоугольник 37"/>
          <p:cNvSpPr/>
          <p:nvPr/>
        </p:nvSpPr>
        <p:spPr>
          <a:xfrm>
            <a:off x="1406579" y="1839440"/>
            <a:ext cx="219229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b="1" dirty="0">
                <a:latin typeface="Verdana" panose="020B0604030504040204" pitchFamily="34" charset="0"/>
                <a:ea typeface="Verdana" panose="020B0604030504040204" pitchFamily="34" charset="0"/>
              </a:rPr>
              <a:t>Основные </a:t>
            </a:r>
            <a:br>
              <a:rPr lang="ru-RU" sz="2000" b="1" dirty="0"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ru-RU" sz="2000" b="1" dirty="0">
                <a:latin typeface="Verdana" panose="020B0604030504040204" pitchFamily="34" charset="0"/>
                <a:ea typeface="Verdana" panose="020B0604030504040204" pitchFamily="34" charset="0"/>
              </a:rPr>
              <a:t>принципы</a:t>
            </a:r>
            <a:endParaRPr lang="ru-RU" sz="20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7A9984F9-A805-4590-B8AD-A7D839CA5C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476818" y="476464"/>
            <a:ext cx="1195407" cy="338095"/>
          </a:xfrm>
          <a:prstGeom prst="rect">
            <a:avLst/>
          </a:prstGeom>
        </p:spPr>
      </p:pic>
      <p:sp>
        <p:nvSpPr>
          <p:cNvPr id="41" name="Заголовок 1">
            <a:extLst>
              <a:ext uri="{FF2B5EF4-FFF2-40B4-BE49-F238E27FC236}">
                <a16:creationId xmlns:a16="http://schemas.microsoft.com/office/drawing/2014/main" id="{4788B094-DF17-46ED-A6E9-AB23D9CEEFBE}"/>
              </a:ext>
            </a:extLst>
          </p:cNvPr>
          <p:cNvSpPr txBox="1">
            <a:spLocks/>
          </p:cNvSpPr>
          <p:nvPr/>
        </p:nvSpPr>
        <p:spPr>
          <a:xfrm>
            <a:off x="448733" y="345453"/>
            <a:ext cx="10515600" cy="10926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800" b="1" dirty="0">
                <a:solidFill>
                  <a:srgbClr val="3C388D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СТРУКТУРА ПРЕЗЕНТАЦИИ</a:t>
            </a:r>
          </a:p>
          <a:p>
            <a:endParaRPr lang="ru-RU" sz="2800" dirty="0">
              <a:solidFill>
                <a:srgbClr val="3C388D"/>
              </a:solidFill>
              <a:latin typeface="Nekst Bold" panose="00000800000000000000" pitchFamily="2" charset="-52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4ECB540-C9FE-F0EC-DCD1-4D53ED2987C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693894" y="1714460"/>
            <a:ext cx="975919" cy="957846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0297576-17F4-2743-C5EF-6A9D79D9AC5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48733" y="1714461"/>
            <a:ext cx="957846" cy="957846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5A09825A-3538-3FD6-3C3C-15C22DBFFC1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361640" y="1714460"/>
            <a:ext cx="975919" cy="957846"/>
          </a:xfrm>
          <a:prstGeom prst="rect">
            <a:avLst/>
          </a:prstGeom>
        </p:spPr>
      </p:pic>
      <p:sp>
        <p:nvSpPr>
          <p:cNvPr id="50" name="Прямоугольник 49">
            <a:extLst>
              <a:ext uri="{FF2B5EF4-FFF2-40B4-BE49-F238E27FC236}">
                <a16:creationId xmlns:a16="http://schemas.microsoft.com/office/drawing/2014/main" id="{29D97BD1-5F60-F217-A34F-20D0E1CF510B}"/>
              </a:ext>
            </a:extLst>
          </p:cNvPr>
          <p:cNvSpPr/>
          <p:nvPr/>
        </p:nvSpPr>
        <p:spPr>
          <a:xfrm>
            <a:off x="5319486" y="1839440"/>
            <a:ext cx="2346757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b="1" dirty="0">
                <a:latin typeface="Verdana" panose="020B0604030504040204" pitchFamily="34" charset="0"/>
                <a:ea typeface="Verdana" panose="020B0604030504040204" pitchFamily="34" charset="0"/>
              </a:rPr>
              <a:t>Визуализация данных</a:t>
            </a:r>
            <a:endParaRPr lang="ru-RU" sz="20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53" name="Прямоугольник 52">
            <a:extLst>
              <a:ext uri="{FF2B5EF4-FFF2-40B4-BE49-F238E27FC236}">
                <a16:creationId xmlns:a16="http://schemas.microsoft.com/office/drawing/2014/main" id="{EA5BE846-E0A1-803C-270F-AA1BA6363C2F}"/>
              </a:ext>
            </a:extLst>
          </p:cNvPr>
          <p:cNvSpPr/>
          <p:nvPr/>
        </p:nvSpPr>
        <p:spPr>
          <a:xfrm>
            <a:off x="9669813" y="1869691"/>
            <a:ext cx="207345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>
                <a:latin typeface="Verdana" panose="020B0604030504040204" pitchFamily="34" charset="0"/>
                <a:ea typeface="Verdana" panose="020B0604030504040204" pitchFamily="34" charset="0"/>
              </a:rPr>
              <a:t>Вёрстка </a:t>
            </a:r>
            <a:br>
              <a:rPr lang="ru-RU" b="1" dirty="0"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ru-RU" b="1" dirty="0">
                <a:latin typeface="Verdana" panose="020B0604030504040204" pitchFamily="34" charset="0"/>
                <a:ea typeface="Verdana" panose="020B0604030504040204" pitchFamily="34" charset="0"/>
              </a:rPr>
              <a:t>и дизайн</a:t>
            </a:r>
            <a:endParaRPr lang="ru-RU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55" name="CustomShape 5">
            <a:extLst>
              <a:ext uri="{FF2B5EF4-FFF2-40B4-BE49-F238E27FC236}">
                <a16:creationId xmlns:a16="http://schemas.microsoft.com/office/drawing/2014/main" id="{0169E168-D9E3-5D60-C0DE-C3DD913DCC8C}"/>
              </a:ext>
            </a:extLst>
          </p:cNvPr>
          <p:cNvSpPr/>
          <p:nvPr/>
        </p:nvSpPr>
        <p:spPr>
          <a:xfrm>
            <a:off x="448733" y="3096569"/>
            <a:ext cx="3348421" cy="270843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>
            <a:spAutoFit/>
          </a:bodyPr>
          <a:lstStyle/>
          <a:p>
            <a:pPr marL="285750" lvl="1" indent="-285750">
              <a:buClr>
                <a:srgbClr val="3C388D"/>
              </a:buClr>
              <a:buFont typeface="Arial" panose="020B0604020202020204" pitchFamily="34" charset="0"/>
              <a:buChar char="•"/>
            </a:pPr>
            <a:r>
              <a:rPr lang="ru-RU" sz="1600" dirty="0">
                <a:latin typeface="Verdana" panose="020B0604030504040204" pitchFamily="34" charset="0"/>
                <a:ea typeface="Verdana" panose="020B0604030504040204" pitchFamily="34" charset="0"/>
              </a:rPr>
              <a:t>Слайды должны содержать тезисную информацию</a:t>
            </a:r>
            <a:br>
              <a:rPr lang="ru-RU" sz="1600" dirty="0">
                <a:latin typeface="Verdana" panose="020B0604030504040204" pitchFamily="34" charset="0"/>
                <a:ea typeface="Verdana" panose="020B0604030504040204" pitchFamily="34" charset="0"/>
              </a:rPr>
            </a:br>
            <a:endParaRPr lang="ru-RU" sz="16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lvl="1" indent="-285750">
              <a:buClr>
                <a:srgbClr val="3C388D"/>
              </a:buClr>
              <a:buFont typeface="Arial" panose="020B0604020202020204" pitchFamily="34" charset="0"/>
              <a:buChar char="•"/>
            </a:pPr>
            <a:r>
              <a:rPr lang="ru-RU" sz="1600" dirty="0">
                <a:latin typeface="Verdana" panose="020B0604030504040204" pitchFamily="34" charset="0"/>
                <a:ea typeface="Verdana" panose="020B0604030504040204" pitchFamily="34" charset="0"/>
              </a:rPr>
              <a:t>Необходимо придерживаться единого стиля презентации</a:t>
            </a:r>
            <a:br>
              <a:rPr lang="ru-RU" sz="1600" dirty="0">
                <a:latin typeface="Verdana" panose="020B0604030504040204" pitchFamily="34" charset="0"/>
                <a:ea typeface="Verdana" panose="020B0604030504040204" pitchFamily="34" charset="0"/>
              </a:rPr>
            </a:br>
            <a:endParaRPr lang="ru-RU" sz="16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lvl="1" indent="-285750">
              <a:buClr>
                <a:srgbClr val="3C388D"/>
              </a:buClr>
              <a:buFont typeface="Arial" panose="020B0604020202020204" pitchFamily="34" charset="0"/>
              <a:buChar char="•"/>
            </a:pPr>
            <a:r>
              <a:rPr lang="ru-RU" sz="1600" dirty="0">
                <a:latin typeface="Verdana" panose="020B0604030504040204" pitchFamily="34" charset="0"/>
                <a:ea typeface="Verdana" panose="020B0604030504040204" pitchFamily="34" charset="0"/>
              </a:rPr>
              <a:t>Анимацию можно использовать только </a:t>
            </a:r>
            <a:br>
              <a:rPr lang="ru-RU" sz="1600" dirty="0"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ru-RU" sz="1600" dirty="0">
                <a:latin typeface="Verdana" panose="020B0604030504040204" pitchFamily="34" charset="0"/>
                <a:ea typeface="Verdana" panose="020B0604030504040204" pitchFamily="34" charset="0"/>
              </a:rPr>
              <a:t>в случае пошагового повествования</a:t>
            </a:r>
          </a:p>
        </p:txBody>
      </p:sp>
      <p:sp>
        <p:nvSpPr>
          <p:cNvPr id="60" name="CustomShape 5">
            <a:extLst>
              <a:ext uri="{FF2B5EF4-FFF2-40B4-BE49-F238E27FC236}">
                <a16:creationId xmlns:a16="http://schemas.microsoft.com/office/drawing/2014/main" id="{D2E24F63-1B95-3EBF-019E-2EF6D9935270}"/>
              </a:ext>
            </a:extLst>
          </p:cNvPr>
          <p:cNvSpPr/>
          <p:nvPr/>
        </p:nvSpPr>
        <p:spPr>
          <a:xfrm>
            <a:off x="4361640" y="3096569"/>
            <a:ext cx="3348421" cy="221599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>
            <a:spAutoFit/>
          </a:bodyPr>
          <a:lstStyle/>
          <a:p>
            <a:pPr marL="285750" lvl="1" indent="-285750">
              <a:buClr>
                <a:srgbClr val="3C388D"/>
              </a:buClr>
              <a:buFont typeface="Arial" panose="020B0604020202020204" pitchFamily="34" charset="0"/>
              <a:buChar char="•"/>
            </a:pPr>
            <a:r>
              <a:rPr lang="ru-RU" sz="1600" dirty="0">
                <a:latin typeface="Verdana" panose="020B0604030504040204" pitchFamily="34" charset="0"/>
                <a:ea typeface="Verdana" panose="020B0604030504040204" pitchFamily="34" charset="0"/>
              </a:rPr>
              <a:t>При размещении данных </a:t>
            </a:r>
            <a:br>
              <a:rPr lang="ru-RU" sz="1600" dirty="0"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ru-RU" sz="1600" dirty="0">
                <a:latin typeface="Verdana" panose="020B0604030504040204" pitchFamily="34" charset="0"/>
                <a:ea typeface="Verdana" panose="020B0604030504040204" pitchFamily="34" charset="0"/>
              </a:rPr>
              <a:t>на слайдах обязательно необходимо указывать период актуальности данных</a:t>
            </a:r>
          </a:p>
          <a:p>
            <a:pPr marL="285750" lvl="1" indent="-285750">
              <a:buClr>
                <a:srgbClr val="3C388D"/>
              </a:buClr>
              <a:buFont typeface="Arial" panose="020B0604020202020204" pitchFamily="34" charset="0"/>
              <a:buChar char="•"/>
            </a:pPr>
            <a:endParaRPr lang="ru-RU" sz="16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lvl="1" indent="-285750">
              <a:buClr>
                <a:srgbClr val="3C388D"/>
              </a:buClr>
              <a:buFont typeface="Arial" panose="020B0604020202020204" pitchFamily="34" charset="0"/>
              <a:buChar char="•"/>
            </a:pPr>
            <a:r>
              <a:rPr lang="ru-RU" sz="1600" dirty="0">
                <a:latin typeface="Verdana" panose="020B0604030504040204" pitchFamily="34" charset="0"/>
                <a:ea typeface="Verdana" panose="020B0604030504040204" pitchFamily="34" charset="0"/>
              </a:rPr>
              <a:t>Избегайте больших массивов данных</a:t>
            </a:r>
          </a:p>
          <a:p>
            <a:pPr marL="285750" lvl="1" indent="-285750">
              <a:buClr>
                <a:srgbClr val="3C388D"/>
              </a:buClr>
              <a:buFont typeface="Arial" panose="020B0604020202020204" pitchFamily="34" charset="0"/>
              <a:buChar char="•"/>
            </a:pPr>
            <a:endParaRPr lang="ru-RU" sz="16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61" name="CustomShape 5">
            <a:extLst>
              <a:ext uri="{FF2B5EF4-FFF2-40B4-BE49-F238E27FC236}">
                <a16:creationId xmlns:a16="http://schemas.microsoft.com/office/drawing/2014/main" id="{A4AF99BD-CA4C-C1B9-016A-3A3692C35450}"/>
              </a:ext>
            </a:extLst>
          </p:cNvPr>
          <p:cNvSpPr/>
          <p:nvPr/>
        </p:nvSpPr>
        <p:spPr>
          <a:xfrm>
            <a:off x="8693894" y="3096569"/>
            <a:ext cx="3049373" cy="123110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>
            <a:spAutoFit/>
          </a:bodyPr>
          <a:lstStyle/>
          <a:p>
            <a:pPr marL="285750" lvl="1" indent="-285750">
              <a:buClr>
                <a:srgbClr val="3C388D"/>
              </a:buClr>
              <a:buFont typeface="Arial" panose="020B0604020202020204" pitchFamily="34" charset="0"/>
              <a:buChar char="•"/>
            </a:pPr>
            <a:r>
              <a:rPr lang="ru-RU" sz="1600" dirty="0">
                <a:latin typeface="Verdana" panose="020B0604030504040204" pitchFamily="34" charset="0"/>
                <a:ea typeface="Verdana" panose="020B0604030504040204" pitchFamily="34" charset="0"/>
              </a:rPr>
              <a:t>Используйте только фирменные цвета </a:t>
            </a:r>
            <a:br>
              <a:rPr lang="ru-RU" sz="1600" dirty="0"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ru-RU" sz="1600" dirty="0">
                <a:latin typeface="Verdana" panose="020B0604030504040204" pitchFamily="34" charset="0"/>
                <a:ea typeface="Verdana" panose="020B0604030504040204" pitchFamily="34" charset="0"/>
              </a:rPr>
              <a:t>и шрифты университета для сохранения целостности презентации</a:t>
            </a:r>
          </a:p>
        </p:txBody>
      </p:sp>
      <p:sp>
        <p:nvSpPr>
          <p:cNvPr id="39" name="Номер слайда 4">
            <a:extLst>
              <a:ext uri="{FF2B5EF4-FFF2-40B4-BE49-F238E27FC236}">
                <a16:creationId xmlns:a16="http://schemas.microsoft.com/office/drawing/2014/main" id="{BEEEB542-48B2-4067-9E30-61EEBCF8EABA}"/>
              </a:ext>
            </a:extLst>
          </p:cNvPr>
          <p:cNvSpPr txBox="1">
            <a:spLocks/>
          </p:cNvSpPr>
          <p:nvPr/>
        </p:nvSpPr>
        <p:spPr>
          <a:xfrm>
            <a:off x="9039225" y="64250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3BD0280-3925-48FA-8745-52DE0C7BF3BF}" type="slidenum">
              <a:rPr lang="ru-RU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2</a:t>
            </a:fld>
            <a:endParaRPr lang="ru-RU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61881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7A9984F9-A805-4590-B8AD-A7D839CA5C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476818" y="476464"/>
            <a:ext cx="1195407" cy="338095"/>
          </a:xfrm>
          <a:prstGeom prst="rect">
            <a:avLst/>
          </a:prstGeom>
        </p:spPr>
      </p:pic>
      <p:sp>
        <p:nvSpPr>
          <p:cNvPr id="41" name="Заголовок 1">
            <a:extLst>
              <a:ext uri="{FF2B5EF4-FFF2-40B4-BE49-F238E27FC236}">
                <a16:creationId xmlns:a16="http://schemas.microsoft.com/office/drawing/2014/main" id="{4788B094-DF17-46ED-A6E9-AB23D9CEEFBE}"/>
              </a:ext>
            </a:extLst>
          </p:cNvPr>
          <p:cNvSpPr txBox="1">
            <a:spLocks/>
          </p:cNvSpPr>
          <p:nvPr/>
        </p:nvSpPr>
        <p:spPr>
          <a:xfrm>
            <a:off x="448733" y="345452"/>
            <a:ext cx="10515600" cy="13690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800" b="1" dirty="0">
                <a:solidFill>
                  <a:srgbClr val="3C388D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ОСНОВНЫЕ</a:t>
            </a:r>
            <a:br>
              <a:rPr lang="ru-RU" sz="2800" b="1" dirty="0">
                <a:solidFill>
                  <a:srgbClr val="3C388D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ru-RU" sz="2800" b="1" dirty="0">
                <a:solidFill>
                  <a:srgbClr val="3C388D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ФИРМЕННЫЕ ЦВЕТА</a:t>
            </a:r>
          </a:p>
          <a:p>
            <a:endParaRPr lang="ru-RU" sz="2800" dirty="0">
              <a:solidFill>
                <a:srgbClr val="3C388D"/>
              </a:solidFill>
              <a:latin typeface="Nekst Bold" panose="00000800000000000000" pitchFamily="2" charset="-52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82652ED3-51E5-BDF7-6642-4F0BADB1D5E3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b="25365"/>
          <a:stretch/>
        </p:blipFill>
        <p:spPr>
          <a:xfrm>
            <a:off x="448733" y="3121242"/>
            <a:ext cx="5497890" cy="1553395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64B6AE50-F63B-A5CF-D56D-2CAA5442FFC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74335" y="3121242"/>
            <a:ext cx="5497890" cy="2081344"/>
          </a:xfrm>
          <a:prstGeom prst="rect">
            <a:avLst/>
          </a:prstGeom>
        </p:spPr>
      </p:pic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BE4C5CFF-FAB4-980A-3E21-16117BCBA60E}"/>
              </a:ext>
            </a:extLst>
          </p:cNvPr>
          <p:cNvSpPr/>
          <p:nvPr/>
        </p:nvSpPr>
        <p:spPr>
          <a:xfrm>
            <a:off x="448732" y="1714461"/>
            <a:ext cx="651190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>
                <a:latin typeface="Verdana" panose="020B0604030504040204" pitchFamily="34" charset="0"/>
                <a:ea typeface="Verdana" panose="020B0604030504040204" pitchFamily="34" charset="0"/>
              </a:rPr>
              <a:t>Основная часть текстовой и визуальной информации, представленной в докладе или презентации, должна быть в основных фирменных цветах. 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BBD84DAF-E152-4CBC-8AFF-9A834338369A}"/>
              </a:ext>
            </a:extLst>
          </p:cNvPr>
          <p:cNvSpPr/>
          <p:nvPr/>
        </p:nvSpPr>
        <p:spPr>
          <a:xfrm>
            <a:off x="10476818" y="6357234"/>
            <a:ext cx="1715181" cy="500766"/>
          </a:xfrm>
          <a:prstGeom prst="rect">
            <a:avLst/>
          </a:prstGeom>
          <a:solidFill>
            <a:srgbClr val="3C38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Номер слайда 4">
            <a:extLst>
              <a:ext uri="{FF2B5EF4-FFF2-40B4-BE49-F238E27FC236}">
                <a16:creationId xmlns:a16="http://schemas.microsoft.com/office/drawing/2014/main" id="{6FDB2B52-9554-4B99-9A61-32CCCB85EA36}"/>
              </a:ext>
            </a:extLst>
          </p:cNvPr>
          <p:cNvSpPr txBox="1">
            <a:spLocks/>
          </p:cNvSpPr>
          <p:nvPr/>
        </p:nvSpPr>
        <p:spPr>
          <a:xfrm>
            <a:off x="9039225" y="64250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3BD0280-3925-48FA-8745-52DE0C7BF3BF}" type="slidenum">
              <a:rPr lang="ru-RU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3</a:t>
            </a:fld>
            <a:endParaRPr lang="ru-RU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11A3A41A-12F3-434C-80FE-F879504C71A2}"/>
              </a:ext>
            </a:extLst>
          </p:cNvPr>
          <p:cNvSpPr/>
          <p:nvPr/>
        </p:nvSpPr>
        <p:spPr>
          <a:xfrm>
            <a:off x="448732" y="4534678"/>
            <a:ext cx="5497891" cy="667909"/>
          </a:xfrm>
          <a:prstGeom prst="rect">
            <a:avLst/>
          </a:prstGeom>
          <a:solidFill>
            <a:srgbClr val="3C38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886216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7A9984F9-A805-4590-B8AD-A7D839CA5C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476818" y="476464"/>
            <a:ext cx="1195407" cy="338095"/>
          </a:xfrm>
          <a:prstGeom prst="rect">
            <a:avLst/>
          </a:prstGeom>
        </p:spPr>
      </p:pic>
      <p:sp>
        <p:nvSpPr>
          <p:cNvPr id="41" name="Заголовок 1">
            <a:extLst>
              <a:ext uri="{FF2B5EF4-FFF2-40B4-BE49-F238E27FC236}">
                <a16:creationId xmlns:a16="http://schemas.microsoft.com/office/drawing/2014/main" id="{4788B094-DF17-46ED-A6E9-AB23D9CEEFBE}"/>
              </a:ext>
            </a:extLst>
          </p:cNvPr>
          <p:cNvSpPr txBox="1">
            <a:spLocks/>
          </p:cNvSpPr>
          <p:nvPr/>
        </p:nvSpPr>
        <p:spPr>
          <a:xfrm>
            <a:off x="448733" y="345452"/>
            <a:ext cx="10515600" cy="13690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800" b="1" dirty="0">
                <a:solidFill>
                  <a:srgbClr val="3C388D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ДОПОЛНИТЕЛЬНЫЕ</a:t>
            </a:r>
            <a:br>
              <a:rPr lang="ru-RU" sz="2800" b="1" dirty="0">
                <a:solidFill>
                  <a:srgbClr val="3C388D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ru-RU" sz="2800" b="1" dirty="0">
                <a:solidFill>
                  <a:srgbClr val="3C388D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ФИРМЕННЫЕ ЦВЕТА</a:t>
            </a:r>
          </a:p>
          <a:p>
            <a:endParaRPr lang="ru-RU" sz="2800" dirty="0">
              <a:solidFill>
                <a:srgbClr val="3C388D"/>
              </a:solidFill>
              <a:latin typeface="Nekst Bold" panose="00000800000000000000" pitchFamily="2" charset="-52"/>
            </a:endParaRP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BE4C5CFF-FAB4-980A-3E21-16117BCBA60E}"/>
              </a:ext>
            </a:extLst>
          </p:cNvPr>
          <p:cNvSpPr/>
          <p:nvPr/>
        </p:nvSpPr>
        <p:spPr>
          <a:xfrm>
            <a:off x="448732" y="1714461"/>
            <a:ext cx="7211701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>
                <a:latin typeface="Verdana" panose="020B0604030504040204" pitchFamily="34" charset="0"/>
                <a:ea typeface="Verdana" panose="020B0604030504040204" pitchFamily="34" charset="0"/>
              </a:rPr>
              <a:t>Дополнительные фирменные цвета могут быть использованы, если не хватает основной палитры, для инфографики или иных графических элементов. </a:t>
            </a:r>
          </a:p>
          <a:p>
            <a:endParaRPr lang="ru-RU" sz="16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98AF742-7C33-9133-4028-C4546DCBF2E1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b="680"/>
          <a:stretch/>
        </p:blipFill>
        <p:spPr>
          <a:xfrm>
            <a:off x="8065459" y="3142724"/>
            <a:ext cx="3606657" cy="2091748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121A434-0506-8F9C-5658-72AFDD620211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 b="680"/>
          <a:stretch/>
        </p:blipFill>
        <p:spPr>
          <a:xfrm>
            <a:off x="4263677" y="3142723"/>
            <a:ext cx="3606657" cy="2091749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4932CDA2-9DF2-122A-1AD8-3E295CA5A93E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rcRect b="680"/>
          <a:stretch/>
        </p:blipFill>
        <p:spPr>
          <a:xfrm>
            <a:off x="448732" y="3142724"/>
            <a:ext cx="3619820" cy="2091748"/>
          </a:xfrm>
          <a:prstGeom prst="rect">
            <a:avLst/>
          </a:prstGeom>
        </p:spPr>
      </p:pic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01168E85-48C5-461D-B25B-DB5D23EB631A}"/>
              </a:ext>
            </a:extLst>
          </p:cNvPr>
          <p:cNvSpPr/>
          <p:nvPr/>
        </p:nvSpPr>
        <p:spPr>
          <a:xfrm>
            <a:off x="10476818" y="6357234"/>
            <a:ext cx="1715181" cy="500766"/>
          </a:xfrm>
          <a:prstGeom prst="rect">
            <a:avLst/>
          </a:prstGeom>
          <a:solidFill>
            <a:srgbClr val="3C38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Номер слайда 4">
            <a:extLst>
              <a:ext uri="{FF2B5EF4-FFF2-40B4-BE49-F238E27FC236}">
                <a16:creationId xmlns:a16="http://schemas.microsoft.com/office/drawing/2014/main" id="{8A408771-9E83-4C4D-A63F-66B191D7B4AD}"/>
              </a:ext>
            </a:extLst>
          </p:cNvPr>
          <p:cNvSpPr txBox="1">
            <a:spLocks/>
          </p:cNvSpPr>
          <p:nvPr/>
        </p:nvSpPr>
        <p:spPr>
          <a:xfrm>
            <a:off x="9039225" y="64250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3BD0280-3925-48FA-8745-52DE0C7BF3BF}" type="slidenum">
              <a:rPr lang="ru-RU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4</a:t>
            </a:fld>
            <a:endParaRPr lang="ru-RU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04245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7A9984F9-A805-4590-B8AD-A7D839CA5C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476818" y="476464"/>
            <a:ext cx="1195407" cy="338095"/>
          </a:xfrm>
          <a:prstGeom prst="rect">
            <a:avLst/>
          </a:prstGeom>
        </p:spPr>
      </p:pic>
      <p:sp>
        <p:nvSpPr>
          <p:cNvPr id="41" name="Заголовок 1">
            <a:extLst>
              <a:ext uri="{FF2B5EF4-FFF2-40B4-BE49-F238E27FC236}">
                <a16:creationId xmlns:a16="http://schemas.microsoft.com/office/drawing/2014/main" id="{4788B094-DF17-46ED-A6E9-AB23D9CEEFBE}"/>
              </a:ext>
            </a:extLst>
          </p:cNvPr>
          <p:cNvSpPr txBox="1">
            <a:spLocks/>
          </p:cNvSpPr>
          <p:nvPr/>
        </p:nvSpPr>
        <p:spPr>
          <a:xfrm>
            <a:off x="448733" y="345452"/>
            <a:ext cx="8200745" cy="1008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800" b="1" dirty="0">
                <a:solidFill>
                  <a:srgbClr val="3C388D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ОФОРМЛЕНИЕ ДИАГРАММ </a:t>
            </a:r>
            <a:br>
              <a:rPr lang="en-US" sz="2800" b="1" dirty="0">
                <a:solidFill>
                  <a:srgbClr val="3C388D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ru-RU" sz="2800" b="1" dirty="0">
                <a:solidFill>
                  <a:srgbClr val="3C388D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И ГРАФИКОВ В ПРЕЗЕНТАЦИЯХ</a:t>
            </a:r>
            <a:endParaRPr lang="ru-RU" sz="2800" dirty="0">
              <a:solidFill>
                <a:srgbClr val="3C388D"/>
              </a:solidFill>
              <a:latin typeface="Nekst Bold" panose="00000800000000000000" pitchFamily="2" charset="-52"/>
            </a:endParaRP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BE4C5CFF-FAB4-980A-3E21-16117BCBA60E}"/>
              </a:ext>
            </a:extLst>
          </p:cNvPr>
          <p:cNvSpPr/>
          <p:nvPr/>
        </p:nvSpPr>
        <p:spPr>
          <a:xfrm>
            <a:off x="448732" y="1714461"/>
            <a:ext cx="9199121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>
                <a:latin typeface="Verdana" panose="020B0604030504040204" pitchFamily="34" charset="0"/>
                <a:ea typeface="Verdana" panose="020B0604030504040204" pitchFamily="34" charset="0"/>
              </a:rPr>
              <a:t>Светлые оттенки основных и дополнительных цветов разрешается использовать только при оформлении графиков и диаграмм в презентациях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01168E85-48C5-461D-B25B-DB5D23EB631A}"/>
              </a:ext>
            </a:extLst>
          </p:cNvPr>
          <p:cNvSpPr/>
          <p:nvPr/>
        </p:nvSpPr>
        <p:spPr>
          <a:xfrm>
            <a:off x="10476818" y="6357234"/>
            <a:ext cx="1715181" cy="500766"/>
          </a:xfrm>
          <a:prstGeom prst="rect">
            <a:avLst/>
          </a:prstGeom>
          <a:solidFill>
            <a:srgbClr val="3C38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Номер слайда 4">
            <a:extLst>
              <a:ext uri="{FF2B5EF4-FFF2-40B4-BE49-F238E27FC236}">
                <a16:creationId xmlns:a16="http://schemas.microsoft.com/office/drawing/2014/main" id="{8A408771-9E83-4C4D-A63F-66B191D7B4AD}"/>
              </a:ext>
            </a:extLst>
          </p:cNvPr>
          <p:cNvSpPr txBox="1">
            <a:spLocks/>
          </p:cNvSpPr>
          <p:nvPr/>
        </p:nvSpPr>
        <p:spPr>
          <a:xfrm>
            <a:off x="9039225" y="64250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3BD0280-3925-48FA-8745-52DE0C7BF3BF}" type="slidenum">
              <a:rPr lang="ru-RU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5</a:t>
            </a:fld>
            <a:endParaRPr lang="ru-RU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34CF22A2-3423-4E06-BB7A-B9F8EB4D045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1985" y="2926223"/>
            <a:ext cx="5290240" cy="2871844"/>
          </a:xfrm>
          <a:prstGeom prst="rect">
            <a:avLst/>
          </a:prstGeom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9AB9388B-AB7E-4FE4-833D-AAB37424C8E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035" y="2926223"/>
            <a:ext cx="5290240" cy="2871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84336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7A9984F9-A805-4590-B8AD-A7D839CA5C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476818" y="476464"/>
            <a:ext cx="1195407" cy="338095"/>
          </a:xfrm>
          <a:prstGeom prst="rect">
            <a:avLst/>
          </a:prstGeom>
        </p:spPr>
      </p:pic>
      <p:sp>
        <p:nvSpPr>
          <p:cNvPr id="41" name="Заголовок 1">
            <a:extLst>
              <a:ext uri="{FF2B5EF4-FFF2-40B4-BE49-F238E27FC236}">
                <a16:creationId xmlns:a16="http://schemas.microsoft.com/office/drawing/2014/main" id="{4788B094-DF17-46ED-A6E9-AB23D9CEEFBE}"/>
              </a:ext>
            </a:extLst>
          </p:cNvPr>
          <p:cNvSpPr txBox="1">
            <a:spLocks/>
          </p:cNvSpPr>
          <p:nvPr/>
        </p:nvSpPr>
        <p:spPr>
          <a:xfrm>
            <a:off x="448733" y="345452"/>
            <a:ext cx="8200745" cy="1008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800" b="1" dirty="0">
                <a:solidFill>
                  <a:srgbClr val="3C388D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ОФОРМЛЕНИЕ ДИАГРАММ </a:t>
            </a:r>
            <a:br>
              <a:rPr lang="en-US" sz="2800" b="1" dirty="0">
                <a:solidFill>
                  <a:srgbClr val="3C388D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ru-RU" sz="2800" b="1" dirty="0">
                <a:solidFill>
                  <a:srgbClr val="3C388D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И ГРАФИКОВ В ПРЕЗЕНТАЦИЯХ</a:t>
            </a:r>
            <a:endParaRPr lang="ru-RU" sz="2800" dirty="0">
              <a:solidFill>
                <a:srgbClr val="3C388D"/>
              </a:solidFill>
              <a:latin typeface="Nekst Bold" panose="00000800000000000000" pitchFamily="2" charset="-52"/>
            </a:endParaRP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BE4C5CFF-FAB4-980A-3E21-16117BCBA60E}"/>
              </a:ext>
            </a:extLst>
          </p:cNvPr>
          <p:cNvSpPr/>
          <p:nvPr/>
        </p:nvSpPr>
        <p:spPr>
          <a:xfrm>
            <a:off x="448732" y="1714461"/>
            <a:ext cx="916179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>
                <a:latin typeface="Verdana" panose="020B0604030504040204" pitchFamily="34" charset="0"/>
                <a:ea typeface="Verdana" panose="020B0604030504040204" pitchFamily="34" charset="0"/>
              </a:rPr>
              <a:t>Светлые оттенки основных и дополнительных цветов разрешается использовать только при оформлении графиков и диаграмм в презентациях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01168E85-48C5-461D-B25B-DB5D23EB631A}"/>
              </a:ext>
            </a:extLst>
          </p:cNvPr>
          <p:cNvSpPr/>
          <p:nvPr/>
        </p:nvSpPr>
        <p:spPr>
          <a:xfrm>
            <a:off x="10476818" y="6357234"/>
            <a:ext cx="1715181" cy="500766"/>
          </a:xfrm>
          <a:prstGeom prst="rect">
            <a:avLst/>
          </a:prstGeom>
          <a:solidFill>
            <a:srgbClr val="3C38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Номер слайда 4">
            <a:extLst>
              <a:ext uri="{FF2B5EF4-FFF2-40B4-BE49-F238E27FC236}">
                <a16:creationId xmlns:a16="http://schemas.microsoft.com/office/drawing/2014/main" id="{8A408771-9E83-4C4D-A63F-66B191D7B4AD}"/>
              </a:ext>
            </a:extLst>
          </p:cNvPr>
          <p:cNvSpPr txBox="1">
            <a:spLocks/>
          </p:cNvSpPr>
          <p:nvPr/>
        </p:nvSpPr>
        <p:spPr>
          <a:xfrm>
            <a:off x="9039225" y="64250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3BD0280-3925-48FA-8745-52DE0C7BF3BF}" type="slidenum">
              <a:rPr lang="ru-RU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6</a:t>
            </a:fld>
            <a:endParaRPr lang="ru-RU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02A6576-D7BA-4439-B678-B4F88E0AD99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1986" y="2926223"/>
            <a:ext cx="5290239" cy="2871844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5725876-0BE1-44A9-9A95-EB31F887AD5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100" y="2926224"/>
            <a:ext cx="5290239" cy="2871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03126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7A9984F9-A805-4590-B8AD-A7D839CA5C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476818" y="476464"/>
            <a:ext cx="1195407" cy="338095"/>
          </a:xfrm>
          <a:prstGeom prst="rect">
            <a:avLst/>
          </a:prstGeom>
        </p:spPr>
      </p:pic>
      <p:sp>
        <p:nvSpPr>
          <p:cNvPr id="41" name="Заголовок 1">
            <a:extLst>
              <a:ext uri="{FF2B5EF4-FFF2-40B4-BE49-F238E27FC236}">
                <a16:creationId xmlns:a16="http://schemas.microsoft.com/office/drawing/2014/main" id="{4788B094-DF17-46ED-A6E9-AB23D9CEEFBE}"/>
              </a:ext>
            </a:extLst>
          </p:cNvPr>
          <p:cNvSpPr txBox="1">
            <a:spLocks/>
          </p:cNvSpPr>
          <p:nvPr/>
        </p:nvSpPr>
        <p:spPr>
          <a:xfrm>
            <a:off x="448733" y="345452"/>
            <a:ext cx="10515600" cy="13690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800" b="1" dirty="0">
                <a:solidFill>
                  <a:srgbClr val="3C388D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ГРАДИЕНТЫ</a:t>
            </a:r>
          </a:p>
          <a:p>
            <a:endParaRPr lang="ru-RU" sz="2800" dirty="0">
              <a:solidFill>
                <a:srgbClr val="3C388D"/>
              </a:solidFill>
              <a:latin typeface="Nekst Bold" panose="00000800000000000000" pitchFamily="2" charset="-52"/>
            </a:endParaRPr>
          </a:p>
          <a:p>
            <a:endParaRPr lang="ru-RU" sz="2800" dirty="0">
              <a:solidFill>
                <a:srgbClr val="3C388D"/>
              </a:solidFill>
              <a:latin typeface="Nekst Bold" panose="00000800000000000000" pitchFamily="2" charset="-52"/>
            </a:endParaRP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BE4C5CFF-FAB4-980A-3E21-16117BCBA60E}"/>
              </a:ext>
            </a:extLst>
          </p:cNvPr>
          <p:cNvSpPr/>
          <p:nvPr/>
        </p:nvSpPr>
        <p:spPr>
          <a:xfrm>
            <a:off x="448732" y="1714461"/>
            <a:ext cx="6483913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>
                <a:latin typeface="Verdana" panose="020B0604030504040204" pitchFamily="34" charset="0"/>
                <a:ea typeface="Verdana" panose="020B0604030504040204" pitchFamily="34" charset="0"/>
              </a:rPr>
              <a:t>Использование градиентов — один из инструментов фирменного стиля, который может сделать коммуникацию вуза более эмоциональной и интересной. Такой выразительный инструмент хорошо развивает тему современных высокотехнологичных продуктов, науки. 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4932CDA2-9DF2-122A-1AD8-3E295CA5A93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65568" y="3764889"/>
            <a:ext cx="3619820" cy="2071035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89496D3-10BF-4186-A48A-8169EAC99DB5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73" r="9685"/>
          <a:stretch/>
        </p:blipFill>
        <p:spPr>
          <a:xfrm>
            <a:off x="4263786" y="3764889"/>
            <a:ext cx="3606657" cy="2071034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8245509F-6687-472F-BB1C-5E73E640D2B4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 r="34160"/>
          <a:stretch/>
        </p:blipFill>
        <p:spPr>
          <a:xfrm>
            <a:off x="448841" y="3754579"/>
            <a:ext cx="3619820" cy="2081344"/>
          </a:xfrm>
          <a:prstGeom prst="rect">
            <a:avLst/>
          </a:prstGeom>
        </p:spPr>
      </p:pic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5124D012-AC18-4698-8592-2F7B14704584}"/>
              </a:ext>
            </a:extLst>
          </p:cNvPr>
          <p:cNvSpPr/>
          <p:nvPr/>
        </p:nvSpPr>
        <p:spPr>
          <a:xfrm>
            <a:off x="10476818" y="6357234"/>
            <a:ext cx="1715181" cy="500766"/>
          </a:xfrm>
          <a:prstGeom prst="rect">
            <a:avLst/>
          </a:prstGeom>
          <a:solidFill>
            <a:srgbClr val="3C38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Номер слайда 4">
            <a:extLst>
              <a:ext uri="{FF2B5EF4-FFF2-40B4-BE49-F238E27FC236}">
                <a16:creationId xmlns:a16="http://schemas.microsoft.com/office/drawing/2014/main" id="{ED9B3DEC-3279-4002-A744-E8879D8985B6}"/>
              </a:ext>
            </a:extLst>
          </p:cNvPr>
          <p:cNvSpPr txBox="1">
            <a:spLocks/>
          </p:cNvSpPr>
          <p:nvPr/>
        </p:nvSpPr>
        <p:spPr>
          <a:xfrm>
            <a:off x="9039225" y="64250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3BD0280-3925-48FA-8745-52DE0C7BF3BF}" type="slidenum">
              <a:rPr lang="ru-RU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7</a:t>
            </a:fld>
            <a:endParaRPr lang="ru-RU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26403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7A9984F9-A805-4590-B8AD-A7D839CA5C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476818" y="476464"/>
            <a:ext cx="1195407" cy="338095"/>
          </a:xfrm>
          <a:prstGeom prst="rect">
            <a:avLst/>
          </a:prstGeom>
        </p:spPr>
      </p:pic>
      <p:sp>
        <p:nvSpPr>
          <p:cNvPr id="41" name="Заголовок 1">
            <a:extLst>
              <a:ext uri="{FF2B5EF4-FFF2-40B4-BE49-F238E27FC236}">
                <a16:creationId xmlns:a16="http://schemas.microsoft.com/office/drawing/2014/main" id="{4788B094-DF17-46ED-A6E9-AB23D9CEEFBE}"/>
              </a:ext>
            </a:extLst>
          </p:cNvPr>
          <p:cNvSpPr txBox="1">
            <a:spLocks/>
          </p:cNvSpPr>
          <p:nvPr/>
        </p:nvSpPr>
        <p:spPr>
          <a:xfrm>
            <a:off x="448733" y="345453"/>
            <a:ext cx="10515600" cy="9380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800" b="1" dirty="0">
                <a:solidFill>
                  <a:srgbClr val="3C388D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ФИРМЕННЫЕ ШРИФТЫ</a:t>
            </a:r>
          </a:p>
          <a:p>
            <a:endParaRPr lang="ru-RU" sz="2800" dirty="0">
              <a:solidFill>
                <a:srgbClr val="3C388D"/>
              </a:solidFill>
              <a:latin typeface="Nekst Bold" panose="00000800000000000000" pitchFamily="2" charset="-52"/>
            </a:endParaRP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BE4C5CFF-FAB4-980A-3E21-16117BCBA60E}"/>
              </a:ext>
            </a:extLst>
          </p:cNvPr>
          <p:cNvSpPr/>
          <p:nvPr/>
        </p:nvSpPr>
        <p:spPr>
          <a:xfrm>
            <a:off x="448732" y="1714461"/>
            <a:ext cx="511316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>
                <a:latin typeface="Verdana" panose="020B0604030504040204" pitchFamily="34" charset="0"/>
                <a:ea typeface="Verdana" panose="020B0604030504040204" pitchFamily="34" charset="0"/>
              </a:rPr>
              <a:t>Шрифт</a:t>
            </a: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 Verdana </a:t>
            </a:r>
            <a:r>
              <a:rPr lang="ru-RU" sz="1600" dirty="0">
                <a:latin typeface="Verdana" panose="020B0604030504040204" pitchFamily="34" charset="0"/>
                <a:ea typeface="Verdana" panose="020B0604030504040204" pitchFamily="34" charset="0"/>
              </a:rPr>
              <a:t>используется в оформлении заголовков, подзаголовков и основного текста доклада или презентации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22CC292-3BB7-508B-F42E-3EE97DC8156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48732" y="3159348"/>
            <a:ext cx="5209728" cy="2306390"/>
          </a:xfrm>
          <a:prstGeom prst="rect">
            <a:avLst/>
          </a:prstGeom>
        </p:spPr>
      </p:pic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D727F65B-6FF0-4062-ABB4-56471AC828E2}"/>
              </a:ext>
            </a:extLst>
          </p:cNvPr>
          <p:cNvSpPr/>
          <p:nvPr/>
        </p:nvSpPr>
        <p:spPr>
          <a:xfrm>
            <a:off x="10476818" y="6357234"/>
            <a:ext cx="1715181" cy="500766"/>
          </a:xfrm>
          <a:prstGeom prst="rect">
            <a:avLst/>
          </a:prstGeom>
          <a:solidFill>
            <a:srgbClr val="3C38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Номер слайда 4">
            <a:extLst>
              <a:ext uri="{FF2B5EF4-FFF2-40B4-BE49-F238E27FC236}">
                <a16:creationId xmlns:a16="http://schemas.microsoft.com/office/drawing/2014/main" id="{18245375-0717-4315-98DC-363EBE4625B6}"/>
              </a:ext>
            </a:extLst>
          </p:cNvPr>
          <p:cNvSpPr txBox="1">
            <a:spLocks/>
          </p:cNvSpPr>
          <p:nvPr/>
        </p:nvSpPr>
        <p:spPr>
          <a:xfrm>
            <a:off x="9039225" y="64250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3BD0280-3925-48FA-8745-52DE0C7BF3BF}" type="slidenum">
              <a:rPr lang="ru-RU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8</a:t>
            </a:fld>
            <a:endParaRPr lang="ru-RU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40146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Скругленный прямоугольник 37">
            <a:extLst>
              <a:ext uri="{FF2B5EF4-FFF2-40B4-BE49-F238E27FC236}">
                <a16:creationId xmlns:a16="http://schemas.microsoft.com/office/drawing/2014/main" id="{DE3B10D6-2656-410A-8FB1-C45525512040}"/>
              </a:ext>
            </a:extLst>
          </p:cNvPr>
          <p:cNvSpPr/>
          <p:nvPr/>
        </p:nvSpPr>
        <p:spPr>
          <a:xfrm>
            <a:off x="448733" y="3732025"/>
            <a:ext cx="11223492" cy="1356561"/>
          </a:xfrm>
          <a:prstGeom prst="roundRect">
            <a:avLst>
              <a:gd name="adj" fmla="val 7218"/>
            </a:avLst>
          </a:prstGeom>
          <a:solidFill>
            <a:srgbClr val="F7F7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 </a:t>
            </a:r>
          </a:p>
        </p:txBody>
      </p:sp>
      <p:sp>
        <p:nvSpPr>
          <p:cNvPr id="39" name="Скругленный прямоугольник 37">
            <a:extLst>
              <a:ext uri="{FF2B5EF4-FFF2-40B4-BE49-F238E27FC236}">
                <a16:creationId xmlns:a16="http://schemas.microsoft.com/office/drawing/2014/main" id="{AA1B072E-6CAC-4191-BF20-86402960A6F2}"/>
              </a:ext>
            </a:extLst>
          </p:cNvPr>
          <p:cNvSpPr/>
          <p:nvPr/>
        </p:nvSpPr>
        <p:spPr>
          <a:xfrm>
            <a:off x="448733" y="2083206"/>
            <a:ext cx="11223492" cy="1356561"/>
          </a:xfrm>
          <a:prstGeom prst="roundRect">
            <a:avLst>
              <a:gd name="adj" fmla="val 7218"/>
            </a:avLst>
          </a:prstGeom>
          <a:solidFill>
            <a:srgbClr val="F7F7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 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647728AF-F4A2-4F04-BFE4-F10C3A946E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8434" y="3953770"/>
            <a:ext cx="913070" cy="913070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2EECEC51-06A1-4E81-91D3-66A31F9C476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38434" y="2248833"/>
            <a:ext cx="913070" cy="913070"/>
          </a:xfrm>
          <a:prstGeom prst="rect">
            <a:avLst/>
          </a:prstGeom>
        </p:spPr>
      </p:pic>
      <p:sp>
        <p:nvSpPr>
          <p:cNvPr id="29" name="Заголовок 1">
            <a:extLst>
              <a:ext uri="{FF2B5EF4-FFF2-40B4-BE49-F238E27FC236}">
                <a16:creationId xmlns:a16="http://schemas.microsoft.com/office/drawing/2014/main" id="{A5E74B5B-2831-4F71-9727-D5B1763EA53E}"/>
              </a:ext>
            </a:extLst>
          </p:cNvPr>
          <p:cNvSpPr txBox="1">
            <a:spLocks/>
          </p:cNvSpPr>
          <p:nvPr/>
        </p:nvSpPr>
        <p:spPr>
          <a:xfrm>
            <a:off x="448733" y="345453"/>
            <a:ext cx="10515600" cy="9380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800" b="1" dirty="0">
                <a:solidFill>
                  <a:srgbClr val="3C388D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ПРИМЕР ОФОРМЛЕНИЯ</a:t>
            </a:r>
            <a:br>
              <a:rPr lang="ru-RU" sz="2800" b="1" dirty="0">
                <a:solidFill>
                  <a:srgbClr val="3C388D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ru-RU" sz="2800" b="1" dirty="0">
                <a:solidFill>
                  <a:srgbClr val="3C388D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СЛАЙДА С ТЕКСТОМ</a:t>
            </a:r>
          </a:p>
        </p:txBody>
      </p:sp>
      <p:pic>
        <p:nvPicPr>
          <p:cNvPr id="31" name="Рисунок 30">
            <a:extLst>
              <a:ext uri="{FF2B5EF4-FFF2-40B4-BE49-F238E27FC236}">
                <a16:creationId xmlns:a16="http://schemas.microsoft.com/office/drawing/2014/main" id="{357ECFD2-06AE-4BD2-83A1-2AB56E73739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476818" y="476464"/>
            <a:ext cx="1195407" cy="338095"/>
          </a:xfrm>
          <a:prstGeom prst="rect">
            <a:avLst/>
          </a:prstGeom>
        </p:spPr>
      </p:pic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B73652A9-A95F-48D6-A32F-087207B06923}"/>
              </a:ext>
            </a:extLst>
          </p:cNvPr>
          <p:cNvSpPr/>
          <p:nvPr/>
        </p:nvSpPr>
        <p:spPr>
          <a:xfrm>
            <a:off x="10476818" y="6357234"/>
            <a:ext cx="1715181" cy="500766"/>
          </a:xfrm>
          <a:prstGeom prst="rect">
            <a:avLst/>
          </a:prstGeom>
          <a:solidFill>
            <a:srgbClr val="3C38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3" name="Номер слайда 4">
            <a:extLst>
              <a:ext uri="{FF2B5EF4-FFF2-40B4-BE49-F238E27FC236}">
                <a16:creationId xmlns:a16="http://schemas.microsoft.com/office/drawing/2014/main" id="{FE077679-ED82-45EB-ABC8-39C15A3F6A43}"/>
              </a:ext>
            </a:extLst>
          </p:cNvPr>
          <p:cNvSpPr txBox="1">
            <a:spLocks/>
          </p:cNvSpPr>
          <p:nvPr/>
        </p:nvSpPr>
        <p:spPr>
          <a:xfrm>
            <a:off x="9039225" y="64250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3BD0280-3925-48FA-8745-52DE0C7BF3BF}" type="slidenum">
              <a:rPr lang="ru-RU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9</a:t>
            </a:fld>
            <a:endParaRPr lang="ru-RU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03F68067-41F6-460B-BDC7-A4FE600BAC73}"/>
              </a:ext>
            </a:extLst>
          </p:cNvPr>
          <p:cNvSpPr/>
          <p:nvPr/>
        </p:nvSpPr>
        <p:spPr>
          <a:xfrm>
            <a:off x="1941205" y="2304951"/>
            <a:ext cx="9181706" cy="9130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>
              <a:lnSpc>
                <a:spcPts val="1600"/>
              </a:lnSpc>
              <a:buClr>
                <a:srgbClr val="3C388D"/>
              </a:buClr>
            </a:pPr>
            <a:r>
              <a:rPr lang="ru-RU" sz="1400" dirty="0">
                <a:latin typeface="Verdana" panose="020B0604030504040204" pitchFamily="34" charset="0"/>
                <a:ea typeface="Verdana" panose="020B0604030504040204" pitchFamily="34" charset="0"/>
              </a:rPr>
              <a:t>развитие университетов, реализующих прорывные научные исследования, создающих наукоемкую продукцию и технологии, для социально-экономического развития территорий, укрепления кадрового и научно-технологического потенциала организаций реального сектора экономики и социальной сферы;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D5B9E70F-3041-45E6-B8A1-3912214182FB}"/>
              </a:ext>
            </a:extLst>
          </p:cNvPr>
          <p:cNvSpPr/>
          <p:nvPr/>
        </p:nvSpPr>
        <p:spPr>
          <a:xfrm>
            <a:off x="1941205" y="4116058"/>
            <a:ext cx="9181706" cy="5027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>
              <a:lnSpc>
                <a:spcPts val="1600"/>
              </a:lnSpc>
              <a:buClr>
                <a:srgbClr val="3C388D"/>
              </a:buClr>
            </a:pPr>
            <a:r>
              <a:rPr lang="ru-RU" sz="1400" dirty="0">
                <a:latin typeface="Verdana" panose="020B0604030504040204" pitchFamily="34" charset="0"/>
                <a:ea typeface="Verdana" panose="020B0604030504040204" pitchFamily="34" charset="0"/>
              </a:rPr>
              <a:t>формирование механизмов интеграции университетов </a:t>
            </a:r>
            <a:br>
              <a:rPr lang="ru-RU" sz="1400" dirty="0"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ru-RU" sz="1400" dirty="0">
                <a:latin typeface="Verdana" panose="020B0604030504040204" pitchFamily="34" charset="0"/>
                <a:ea typeface="Verdana" panose="020B0604030504040204" pitchFamily="34" charset="0"/>
              </a:rPr>
              <a:t>и научных организаций и их кооперации с организациями реального сектора экономики.</a:t>
            </a:r>
          </a:p>
        </p:txBody>
      </p:sp>
    </p:spTree>
    <p:extLst>
      <p:ext uri="{BB962C8B-B14F-4D97-AF65-F5344CB8AC3E}">
        <p14:creationId xmlns:p14="http://schemas.microsoft.com/office/powerpoint/2010/main" val="18683275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Скругленный прямоугольник 37">
            <a:extLst>
              <a:ext uri="{FF2B5EF4-FFF2-40B4-BE49-F238E27FC236}">
                <a16:creationId xmlns:a16="http://schemas.microsoft.com/office/drawing/2014/main" id="{33A1296E-D294-4963-8A64-F828C9AAEFD6}"/>
              </a:ext>
            </a:extLst>
          </p:cNvPr>
          <p:cNvSpPr/>
          <p:nvPr/>
        </p:nvSpPr>
        <p:spPr>
          <a:xfrm>
            <a:off x="514328" y="5533927"/>
            <a:ext cx="5181600" cy="978621"/>
          </a:xfrm>
          <a:prstGeom prst="roundRect">
            <a:avLst>
              <a:gd name="adj" fmla="val 7218"/>
            </a:avLst>
          </a:prstGeom>
          <a:solidFill>
            <a:srgbClr val="F7F7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2" name="Скругленный прямоугольник 37">
            <a:extLst>
              <a:ext uri="{FF2B5EF4-FFF2-40B4-BE49-F238E27FC236}">
                <a16:creationId xmlns:a16="http://schemas.microsoft.com/office/drawing/2014/main" id="{71515D4A-1622-4194-B974-FBC79F0FCDF6}"/>
              </a:ext>
            </a:extLst>
          </p:cNvPr>
          <p:cNvSpPr/>
          <p:nvPr/>
        </p:nvSpPr>
        <p:spPr>
          <a:xfrm>
            <a:off x="514940" y="3335961"/>
            <a:ext cx="5181600" cy="978621"/>
          </a:xfrm>
          <a:prstGeom prst="roundRect">
            <a:avLst>
              <a:gd name="adj" fmla="val 7218"/>
            </a:avLst>
          </a:prstGeom>
          <a:solidFill>
            <a:srgbClr val="F7F7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6" name="Скругленный прямоугольник 37">
            <a:extLst>
              <a:ext uri="{FF2B5EF4-FFF2-40B4-BE49-F238E27FC236}">
                <a16:creationId xmlns:a16="http://schemas.microsoft.com/office/drawing/2014/main" id="{F7D66098-3969-46F5-BA84-D55C5ED83089}"/>
              </a:ext>
            </a:extLst>
          </p:cNvPr>
          <p:cNvSpPr/>
          <p:nvPr/>
        </p:nvSpPr>
        <p:spPr>
          <a:xfrm>
            <a:off x="514940" y="4434944"/>
            <a:ext cx="5181600" cy="978621"/>
          </a:xfrm>
          <a:prstGeom prst="roundRect">
            <a:avLst>
              <a:gd name="adj" fmla="val 7218"/>
            </a:avLst>
          </a:prstGeom>
          <a:solidFill>
            <a:srgbClr val="F7F7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Скругленный прямоугольник 37">
            <a:extLst>
              <a:ext uri="{FF2B5EF4-FFF2-40B4-BE49-F238E27FC236}">
                <a16:creationId xmlns:a16="http://schemas.microsoft.com/office/drawing/2014/main" id="{1AF62AE5-E1E8-4231-B997-54A55AC3E7ED}"/>
              </a:ext>
            </a:extLst>
          </p:cNvPr>
          <p:cNvSpPr/>
          <p:nvPr/>
        </p:nvSpPr>
        <p:spPr>
          <a:xfrm>
            <a:off x="514940" y="2233737"/>
            <a:ext cx="5181600" cy="978621"/>
          </a:xfrm>
          <a:prstGeom prst="roundRect">
            <a:avLst>
              <a:gd name="adj" fmla="val 7218"/>
            </a:avLst>
          </a:prstGeom>
          <a:solidFill>
            <a:srgbClr val="F7F7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4100" name="Picture 4" descr="Почему абитуриенты из Узбекистана выбирают учебу в России">
            <a:extLst>
              <a:ext uri="{FF2B5EF4-FFF2-40B4-BE49-F238E27FC236}">
                <a16:creationId xmlns:a16="http://schemas.microsoft.com/office/drawing/2014/main" id="{797A107B-A026-42B1-8472-7FA23813C14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94000"/>
                    </a14:imgEffect>
                    <a14:imgEffect>
                      <a14:brightnessContrast bright="8000" contrast="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1107" r="23735"/>
          <a:stretch/>
        </p:blipFill>
        <p:spPr bwMode="auto">
          <a:xfrm>
            <a:off x="7220932" y="0"/>
            <a:ext cx="4971067" cy="68719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object 18"/>
          <p:cNvSpPr txBox="1">
            <a:spLocks noGrp="1"/>
          </p:cNvSpPr>
          <p:nvPr>
            <p:ph type="title"/>
          </p:nvPr>
        </p:nvSpPr>
        <p:spPr>
          <a:xfrm>
            <a:off x="514328" y="1471253"/>
            <a:ext cx="6244691" cy="310983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355"/>
              </a:spcBef>
            </a:pPr>
            <a:r>
              <a:rPr sz="1400" b="0" kern="120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Учебные</a:t>
            </a:r>
            <a:r>
              <a:rPr sz="1400" b="0" kern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корпуса и общежития находятся  в пешей доступности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1616950" y="2603114"/>
            <a:ext cx="2516505" cy="1667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latin typeface="Verdana" panose="020B0604030504040204" pitchFamily="34" charset="0"/>
                <a:ea typeface="Verdana" panose="020B0604030504040204" pitchFamily="34" charset="0"/>
                <a:cs typeface="+mj-cs"/>
              </a:rPr>
              <a:t>6 учебно-научных корпусов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1616950" y="3562374"/>
            <a:ext cx="3159255" cy="398827"/>
          </a:xfrm>
          <a:prstGeom prst="rect">
            <a:avLst/>
          </a:prstGeom>
        </p:spPr>
        <p:txBody>
          <a:bodyPr vert="horz" wrap="square" lIns="0" tIns="9017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000" dirty="0">
                <a:latin typeface="Verdana" panose="020B0604030504040204" pitchFamily="34" charset="0"/>
                <a:ea typeface="Verdana" panose="020B0604030504040204" pitchFamily="34" charset="0"/>
                <a:cs typeface="+mj-cs"/>
              </a:rPr>
              <a:t>6 </a:t>
            </a:r>
            <a:r>
              <a:rPr lang="ru-RU" sz="1000" dirty="0">
                <a:latin typeface="Verdana" panose="020B0604030504040204" pitchFamily="34" charset="0"/>
                <a:ea typeface="Verdana" panose="020B0604030504040204" pitchFamily="34" charset="0"/>
                <a:cs typeface="+mj-cs"/>
              </a:rPr>
              <a:t>общежитий, с</a:t>
            </a:r>
            <a:r>
              <a:rPr sz="1000" dirty="0" err="1">
                <a:latin typeface="Verdana" panose="020B0604030504040204" pitchFamily="34" charset="0"/>
                <a:ea typeface="Verdana" panose="020B0604030504040204" pitchFamily="34" charset="0"/>
                <a:cs typeface="+mj-cs"/>
              </a:rPr>
              <a:t>тоимость</a:t>
            </a:r>
            <a:r>
              <a:rPr sz="1000" dirty="0">
                <a:latin typeface="Verdana" panose="020B0604030504040204" pitchFamily="34" charset="0"/>
                <a:ea typeface="Verdana" panose="020B0604030504040204" pitchFamily="34" charset="0"/>
                <a:cs typeface="+mj-cs"/>
              </a:rPr>
              <a:t> </a:t>
            </a:r>
            <a:r>
              <a:rPr sz="1000" dirty="0" err="1">
                <a:latin typeface="Verdana" panose="020B0604030504040204" pitchFamily="34" charset="0"/>
                <a:ea typeface="Verdana" panose="020B0604030504040204" pitchFamily="34" charset="0"/>
                <a:cs typeface="+mj-cs"/>
              </a:rPr>
              <a:t>проживания</a:t>
            </a:r>
            <a:r>
              <a:rPr sz="1000" dirty="0">
                <a:latin typeface="Verdana" panose="020B0604030504040204" pitchFamily="34" charset="0"/>
                <a:ea typeface="Verdana" panose="020B0604030504040204" pitchFamily="34" charset="0"/>
                <a:cs typeface="+mj-cs"/>
              </a:rPr>
              <a:t> </a:t>
            </a:r>
            <a:br>
              <a:rPr lang="ru-RU" sz="1000" dirty="0">
                <a:latin typeface="Verdana" panose="020B0604030504040204" pitchFamily="34" charset="0"/>
                <a:ea typeface="Verdana" panose="020B0604030504040204" pitchFamily="34" charset="0"/>
                <a:cs typeface="+mj-cs"/>
              </a:rPr>
            </a:br>
            <a:r>
              <a:rPr sz="1000" dirty="0">
                <a:latin typeface="Verdana" panose="020B0604030504040204" pitchFamily="34" charset="0"/>
                <a:ea typeface="Verdana" panose="020B0604030504040204" pitchFamily="34" charset="0"/>
                <a:cs typeface="+mj-cs"/>
              </a:rPr>
              <a:t>в</a:t>
            </a:r>
            <a:r>
              <a:rPr lang="ru-RU" sz="1000" dirty="0">
                <a:latin typeface="Verdana" panose="020B0604030504040204" pitchFamily="34" charset="0"/>
                <a:ea typeface="Verdana" panose="020B0604030504040204" pitchFamily="34" charset="0"/>
                <a:cs typeface="+mj-cs"/>
              </a:rPr>
              <a:t> которых</a:t>
            </a:r>
            <a:r>
              <a:rPr sz="1000" dirty="0">
                <a:latin typeface="Verdana" panose="020B0604030504040204" pitchFamily="34" charset="0"/>
                <a:ea typeface="Verdana" panose="020B0604030504040204" pitchFamily="34" charset="0"/>
                <a:cs typeface="+mj-cs"/>
              </a:rPr>
              <a:t> </a:t>
            </a:r>
            <a:r>
              <a:rPr sz="1000" dirty="0" err="1">
                <a:latin typeface="Verdana" panose="020B0604030504040204" pitchFamily="34" charset="0"/>
                <a:ea typeface="Verdana" panose="020B0604030504040204" pitchFamily="34" charset="0"/>
                <a:cs typeface="+mj-cs"/>
              </a:rPr>
              <a:t>составляет</a:t>
            </a:r>
            <a:r>
              <a:rPr sz="1000" dirty="0">
                <a:latin typeface="Verdana" panose="020B0604030504040204" pitchFamily="34" charset="0"/>
                <a:ea typeface="Verdana" panose="020B0604030504040204" pitchFamily="34" charset="0"/>
                <a:cs typeface="+mj-cs"/>
              </a:rPr>
              <a:t> 550 рублей в месяц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1619809" y="5694091"/>
            <a:ext cx="3532237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z="1000" dirty="0" err="1">
                <a:latin typeface="Verdana" panose="020B0604030504040204" pitchFamily="34" charset="0"/>
                <a:ea typeface="Verdana" panose="020B0604030504040204" pitchFamily="34" charset="0"/>
                <a:cs typeface="+mj-cs"/>
              </a:rPr>
              <a:t>Студенческий</a:t>
            </a:r>
            <a:r>
              <a:rPr sz="1000" dirty="0">
                <a:latin typeface="Verdana" panose="020B0604030504040204" pitchFamily="34" charset="0"/>
                <a:ea typeface="Verdana" panose="020B0604030504040204" pitchFamily="34" charset="0"/>
                <a:cs typeface="+mj-cs"/>
              </a:rPr>
              <a:t> и </a:t>
            </a:r>
            <a:r>
              <a:rPr sz="1000" dirty="0" err="1">
                <a:latin typeface="Verdana" panose="020B0604030504040204" pitchFamily="34" charset="0"/>
                <a:ea typeface="Verdana" panose="020B0604030504040204" pitchFamily="34" charset="0"/>
                <a:cs typeface="+mj-cs"/>
              </a:rPr>
              <a:t>технологический</a:t>
            </a:r>
            <a:r>
              <a:rPr sz="1000" dirty="0">
                <a:latin typeface="Verdana" panose="020B0604030504040204" pitchFamily="34" charset="0"/>
                <a:ea typeface="Verdana" panose="020B0604030504040204" pitchFamily="34" charset="0"/>
                <a:cs typeface="+mj-cs"/>
              </a:rPr>
              <a:t> </a:t>
            </a:r>
            <a:r>
              <a:rPr sz="1000" dirty="0" err="1">
                <a:latin typeface="Verdana" panose="020B0604030504040204" pitchFamily="34" charset="0"/>
                <a:ea typeface="Verdana" panose="020B0604030504040204" pitchFamily="34" charset="0"/>
                <a:cs typeface="+mj-cs"/>
              </a:rPr>
              <a:t>бизнес-инкубаторы</a:t>
            </a:r>
            <a:r>
              <a:rPr sz="1000" dirty="0">
                <a:latin typeface="Verdana" panose="020B0604030504040204" pitchFamily="34" charset="0"/>
                <a:ea typeface="Verdana" panose="020B0604030504040204" pitchFamily="34" charset="0"/>
                <a:cs typeface="+mj-cs"/>
              </a:rPr>
              <a:t>,</a:t>
            </a:r>
            <a:r>
              <a:rPr lang="en-US" sz="1000" dirty="0">
                <a:latin typeface="Verdana" panose="020B0604030504040204" pitchFamily="34" charset="0"/>
                <a:ea typeface="Verdana" panose="020B0604030504040204" pitchFamily="34" charset="0"/>
                <a:cs typeface="+mj-cs"/>
              </a:rPr>
              <a:t> </a:t>
            </a:r>
            <a:r>
              <a:rPr sz="1000" dirty="0" err="1">
                <a:latin typeface="Verdana" panose="020B0604030504040204" pitchFamily="34" charset="0"/>
                <a:ea typeface="Verdana" panose="020B0604030504040204" pitchFamily="34" charset="0"/>
                <a:cs typeface="+mj-cs"/>
              </a:rPr>
              <a:t>Центр</a:t>
            </a:r>
            <a:r>
              <a:rPr sz="1000" dirty="0">
                <a:latin typeface="Verdana" panose="020B0604030504040204" pitchFamily="34" charset="0"/>
                <a:ea typeface="Verdana" panose="020B0604030504040204" pitchFamily="34" charset="0"/>
                <a:cs typeface="+mj-cs"/>
              </a:rPr>
              <a:t> робототехники</a:t>
            </a:r>
          </a:p>
          <a:p>
            <a:pPr marL="12700">
              <a:lnSpc>
                <a:spcPct val="100000"/>
              </a:lnSpc>
            </a:pPr>
            <a:r>
              <a:rPr sz="1000" dirty="0">
                <a:latin typeface="Verdana" panose="020B0604030504040204" pitchFamily="34" charset="0"/>
                <a:ea typeface="Verdana" panose="020B0604030504040204" pitchFamily="34" charset="0"/>
                <a:cs typeface="+mj-cs"/>
              </a:rPr>
              <a:t>и </a:t>
            </a:r>
            <a:r>
              <a:rPr sz="1000" dirty="0" err="1">
                <a:latin typeface="Verdana" panose="020B0604030504040204" pitchFamily="34" charset="0"/>
                <a:ea typeface="Verdana" panose="020B0604030504040204" pitchFamily="34" charset="0"/>
                <a:cs typeface="+mj-cs"/>
              </a:rPr>
              <a:t>креативных</a:t>
            </a:r>
            <a:r>
              <a:rPr sz="1000" dirty="0">
                <a:latin typeface="Verdana" panose="020B0604030504040204" pitchFamily="34" charset="0"/>
                <a:ea typeface="Verdana" panose="020B0604030504040204" pitchFamily="34" charset="0"/>
                <a:cs typeface="+mj-cs"/>
              </a:rPr>
              <a:t> </a:t>
            </a:r>
            <a:r>
              <a:rPr sz="1000" dirty="0" err="1">
                <a:latin typeface="Verdana" panose="020B0604030504040204" pitchFamily="34" charset="0"/>
                <a:ea typeface="Verdana" panose="020B0604030504040204" pitchFamily="34" charset="0"/>
                <a:cs typeface="+mj-cs"/>
              </a:rPr>
              <a:t>технологий</a:t>
            </a:r>
            <a:r>
              <a:rPr lang="ru-RU" sz="1000" dirty="0">
                <a:latin typeface="Verdana" panose="020B0604030504040204" pitchFamily="34" charset="0"/>
                <a:ea typeface="Verdana" panose="020B0604030504040204" pitchFamily="34" charset="0"/>
                <a:cs typeface="+mj-cs"/>
              </a:rPr>
              <a:t>, </a:t>
            </a:r>
            <a:r>
              <a:rPr sz="1000" dirty="0" err="1">
                <a:latin typeface="Verdana" panose="020B0604030504040204" pitchFamily="34" charset="0"/>
                <a:ea typeface="Verdana" panose="020B0604030504040204" pitchFamily="34" charset="0"/>
                <a:cs typeface="+mj-cs"/>
              </a:rPr>
              <a:t>Современные</a:t>
            </a:r>
            <a:r>
              <a:rPr sz="1000" dirty="0">
                <a:latin typeface="Verdana" panose="020B0604030504040204" pitchFamily="34" charset="0"/>
                <a:ea typeface="Verdana" panose="020B0604030504040204" pitchFamily="34" charset="0"/>
                <a:cs typeface="+mj-cs"/>
              </a:rPr>
              <a:t> коворкинг-центры  и образовательное пространство</a:t>
            </a:r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5874DC3F-9133-4B5A-8E4F-3D72EBF5003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2219" y="4636415"/>
            <a:ext cx="558221" cy="558221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04934607-4230-408F-8D2B-397C18F5BCD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91709" y="2426437"/>
            <a:ext cx="558221" cy="558221"/>
          </a:xfrm>
          <a:prstGeom prst="rect">
            <a:avLst/>
          </a:prstGeom>
        </p:spPr>
      </p:pic>
      <p:pic>
        <p:nvPicPr>
          <p:cNvPr id="57" name="Рисунок 56">
            <a:extLst>
              <a:ext uri="{FF2B5EF4-FFF2-40B4-BE49-F238E27FC236}">
                <a16:creationId xmlns:a16="http://schemas.microsoft.com/office/drawing/2014/main" id="{46D36099-60FE-4208-9EEA-4F301081C7E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83826" y="5729170"/>
            <a:ext cx="558221" cy="558221"/>
          </a:xfrm>
          <a:prstGeom prst="rect">
            <a:avLst/>
          </a:prstGeom>
        </p:spPr>
      </p:pic>
      <p:pic>
        <p:nvPicPr>
          <p:cNvPr id="59" name="Рисунок 58">
            <a:extLst>
              <a:ext uri="{FF2B5EF4-FFF2-40B4-BE49-F238E27FC236}">
                <a16:creationId xmlns:a16="http://schemas.microsoft.com/office/drawing/2014/main" id="{F32300D9-C904-4CE5-A785-9F582EE3B9F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96965" y="3503468"/>
            <a:ext cx="558221" cy="558221"/>
          </a:xfrm>
          <a:prstGeom prst="rect">
            <a:avLst/>
          </a:prstGeom>
        </p:spPr>
      </p:pic>
      <p:sp>
        <p:nvSpPr>
          <p:cNvPr id="60" name="Прямоугольник 59">
            <a:extLst>
              <a:ext uri="{FF2B5EF4-FFF2-40B4-BE49-F238E27FC236}">
                <a16:creationId xmlns:a16="http://schemas.microsoft.com/office/drawing/2014/main" id="{ACE0BF4D-5935-4360-A56C-2942177C6464}"/>
              </a:ext>
            </a:extLst>
          </p:cNvPr>
          <p:cNvSpPr/>
          <p:nvPr/>
        </p:nvSpPr>
        <p:spPr>
          <a:xfrm>
            <a:off x="1511845" y="4715470"/>
            <a:ext cx="288585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marR="427355">
              <a:lnSpc>
                <a:spcPct val="100000"/>
              </a:lnSpc>
              <a:spcBef>
                <a:spcPts val="100"/>
              </a:spcBef>
            </a:pPr>
            <a:r>
              <a:rPr lang="ru-RU" sz="1000" dirty="0">
                <a:latin typeface="Verdana" panose="020B0604030504040204" pitchFamily="34" charset="0"/>
                <a:ea typeface="Verdana" panose="020B0604030504040204" pitchFamily="34" charset="0"/>
                <a:cs typeface="+mj-cs"/>
              </a:rPr>
              <a:t>Бесплатный и быстрый WI-FI </a:t>
            </a:r>
            <a:br>
              <a:rPr lang="ru-RU" sz="1000" dirty="0">
                <a:latin typeface="Verdana" panose="020B0604030504040204" pitchFamily="34" charset="0"/>
                <a:ea typeface="Verdana" panose="020B0604030504040204" pitchFamily="34" charset="0"/>
                <a:cs typeface="+mj-cs"/>
              </a:rPr>
            </a:br>
            <a:r>
              <a:rPr lang="ru-RU" sz="1000" dirty="0">
                <a:latin typeface="Verdana" panose="020B0604030504040204" pitchFamily="34" charset="0"/>
                <a:ea typeface="Verdana" panose="020B0604030504040204" pitchFamily="34" charset="0"/>
                <a:cs typeface="+mj-cs"/>
              </a:rPr>
              <a:t>на всех объектах кампуса</a:t>
            </a:r>
          </a:p>
        </p:txBody>
      </p:sp>
      <p:sp>
        <p:nvSpPr>
          <p:cNvPr id="24" name="Заголовок 1">
            <a:extLst>
              <a:ext uri="{FF2B5EF4-FFF2-40B4-BE49-F238E27FC236}">
                <a16:creationId xmlns:a16="http://schemas.microsoft.com/office/drawing/2014/main" id="{556B0CBC-7483-4988-B584-125B60D77E7F}"/>
              </a:ext>
            </a:extLst>
          </p:cNvPr>
          <p:cNvSpPr txBox="1">
            <a:spLocks/>
          </p:cNvSpPr>
          <p:nvPr/>
        </p:nvSpPr>
        <p:spPr>
          <a:xfrm>
            <a:off x="448733" y="345452"/>
            <a:ext cx="10515600" cy="10007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800" b="1" dirty="0">
                <a:solidFill>
                  <a:srgbClr val="3C388D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ПРИМЕР ОФОРМЛЕНИЯ</a:t>
            </a:r>
            <a:br>
              <a:rPr lang="ru-RU" sz="2800" b="1" dirty="0">
                <a:solidFill>
                  <a:srgbClr val="3C388D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ru-RU" sz="2800" b="1" dirty="0">
                <a:solidFill>
                  <a:srgbClr val="3C388D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СЛАЙДА С ТЕКСТОМ И ФОТО</a:t>
            </a:r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BB0A1046-7FE9-4FB6-8FB1-C183E7BD01FC}"/>
              </a:ext>
            </a:extLst>
          </p:cNvPr>
          <p:cNvSpPr/>
          <p:nvPr/>
        </p:nvSpPr>
        <p:spPr>
          <a:xfrm>
            <a:off x="10476818" y="6357234"/>
            <a:ext cx="1715181" cy="500766"/>
          </a:xfrm>
          <a:prstGeom prst="rect">
            <a:avLst/>
          </a:prstGeom>
          <a:solidFill>
            <a:srgbClr val="3C38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Номер слайда 4">
            <a:extLst>
              <a:ext uri="{FF2B5EF4-FFF2-40B4-BE49-F238E27FC236}">
                <a16:creationId xmlns:a16="http://schemas.microsoft.com/office/drawing/2014/main" id="{BA27F7C7-375A-47DD-91CC-82EE219BB9FF}"/>
              </a:ext>
            </a:extLst>
          </p:cNvPr>
          <p:cNvSpPr txBox="1">
            <a:spLocks/>
          </p:cNvSpPr>
          <p:nvPr/>
        </p:nvSpPr>
        <p:spPr>
          <a:xfrm>
            <a:off x="9039225" y="64250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3BD0280-3925-48FA-8745-52DE0C7BF3BF}" type="slidenum">
              <a:rPr lang="ru-RU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10</a:t>
            </a:fld>
            <a:endParaRPr lang="ru-RU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рямоугольник 20"/>
          <p:cNvSpPr/>
          <p:nvPr/>
        </p:nvSpPr>
        <p:spPr>
          <a:xfrm>
            <a:off x="480073" y="1614153"/>
            <a:ext cx="502573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Трудоустройство (очная форма)</a:t>
            </a:r>
          </a:p>
        </p:txBody>
      </p:sp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059B71C1-1791-4CF4-AD97-D814D43EA9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76818" y="476464"/>
            <a:ext cx="1195407" cy="338095"/>
          </a:xfrm>
          <a:prstGeom prst="rect">
            <a:avLst/>
          </a:prstGeom>
        </p:spPr>
      </p:pic>
      <p:sp>
        <p:nvSpPr>
          <p:cNvPr id="24" name="Заголовок 1">
            <a:extLst>
              <a:ext uri="{FF2B5EF4-FFF2-40B4-BE49-F238E27FC236}">
                <a16:creationId xmlns:a16="http://schemas.microsoft.com/office/drawing/2014/main" id="{CF8B8BB2-C59D-45BC-82CC-B8C9CC7F241C}"/>
              </a:ext>
            </a:extLst>
          </p:cNvPr>
          <p:cNvSpPr txBox="1">
            <a:spLocks/>
          </p:cNvSpPr>
          <p:nvPr/>
        </p:nvSpPr>
        <p:spPr>
          <a:xfrm>
            <a:off x="448733" y="345453"/>
            <a:ext cx="10515600" cy="9382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800" b="1" dirty="0">
                <a:solidFill>
                  <a:srgbClr val="3C388D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ПРИМЕР ОФОРМЛЕНИЯ</a:t>
            </a:r>
            <a:br>
              <a:rPr lang="ru-RU" sz="2800" b="1" dirty="0">
                <a:solidFill>
                  <a:srgbClr val="3C388D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ru-RU" sz="2800" b="1" dirty="0">
                <a:solidFill>
                  <a:srgbClr val="3C388D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СЛАЙДА С ТАБЛИЦЕЙ</a:t>
            </a:r>
          </a:p>
        </p:txBody>
      </p:sp>
      <p:graphicFrame>
        <p:nvGraphicFramePr>
          <p:cNvPr id="19" name="Таблица 18">
            <a:extLst>
              <a:ext uri="{FF2B5EF4-FFF2-40B4-BE49-F238E27FC236}">
                <a16:creationId xmlns:a16="http://schemas.microsoft.com/office/drawing/2014/main" id="{B85726AE-7564-48E1-9403-2E8F1EB9C9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2618955"/>
              </p:ext>
            </p:extLst>
          </p:nvPr>
        </p:nvGraphicFramePr>
        <p:xfrm>
          <a:off x="535366" y="2244436"/>
          <a:ext cx="11136859" cy="36611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0275">
                  <a:extLst>
                    <a:ext uri="{9D8B030D-6E8A-4147-A177-3AD203B41FA5}">
                      <a16:colId xmlns:a16="http://schemas.microsoft.com/office/drawing/2014/main" val="2935329716"/>
                    </a:ext>
                  </a:extLst>
                </a:gridCol>
                <a:gridCol w="966952">
                  <a:extLst>
                    <a:ext uri="{9D8B030D-6E8A-4147-A177-3AD203B41FA5}">
                      <a16:colId xmlns:a16="http://schemas.microsoft.com/office/drawing/2014/main" val="3841175847"/>
                    </a:ext>
                  </a:extLst>
                </a:gridCol>
                <a:gridCol w="1460938">
                  <a:extLst>
                    <a:ext uri="{9D8B030D-6E8A-4147-A177-3AD203B41FA5}">
                      <a16:colId xmlns:a16="http://schemas.microsoft.com/office/drawing/2014/main" val="1541245602"/>
                    </a:ext>
                  </a:extLst>
                </a:gridCol>
                <a:gridCol w="1513490">
                  <a:extLst>
                    <a:ext uri="{9D8B030D-6E8A-4147-A177-3AD203B41FA5}">
                      <a16:colId xmlns:a16="http://schemas.microsoft.com/office/drawing/2014/main" val="1622694231"/>
                    </a:ext>
                  </a:extLst>
                </a:gridCol>
                <a:gridCol w="1849820">
                  <a:extLst>
                    <a:ext uri="{9D8B030D-6E8A-4147-A177-3AD203B41FA5}">
                      <a16:colId xmlns:a16="http://schemas.microsoft.com/office/drawing/2014/main" val="3187052312"/>
                    </a:ext>
                  </a:extLst>
                </a:gridCol>
                <a:gridCol w="1973318">
                  <a:extLst>
                    <a:ext uri="{9D8B030D-6E8A-4147-A177-3AD203B41FA5}">
                      <a16:colId xmlns:a16="http://schemas.microsoft.com/office/drawing/2014/main" val="1368879624"/>
                    </a:ext>
                  </a:extLst>
                </a:gridCol>
                <a:gridCol w="1732066">
                  <a:extLst>
                    <a:ext uri="{9D8B030D-6E8A-4147-A177-3AD203B41FA5}">
                      <a16:colId xmlns:a16="http://schemas.microsoft.com/office/drawing/2014/main" val="675904275"/>
                    </a:ext>
                  </a:extLst>
                </a:gridCol>
              </a:tblGrid>
              <a:tr h="1589960">
                <a:tc>
                  <a:txBody>
                    <a:bodyPr/>
                    <a:lstStyle/>
                    <a:p>
                      <a:r>
                        <a:rPr lang="ru-RU" sz="1400" b="1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j-cs"/>
                        </a:rPr>
                        <a:t>Уровень образования</a:t>
                      </a:r>
                      <a:br>
                        <a:rPr lang="ru-RU" sz="1400" b="1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j-cs"/>
                        </a:rPr>
                      </a:br>
                      <a:endParaRPr lang="ru-RU" sz="1400" b="1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j-cs"/>
                      </a:endParaRPr>
                    </a:p>
                  </a:txBody>
                  <a:tcPr marL="89525" marR="89525" marT="44762" marB="44762" anchor="b">
                    <a:lnB w="19050" cap="flat" cmpd="sng" algn="ctr">
                      <a:solidFill>
                        <a:srgbClr val="041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b="1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j-cs"/>
                        </a:rPr>
                        <a:t>Выпуск</a:t>
                      </a:r>
                      <a:br>
                        <a:rPr lang="ru-RU" sz="1400" b="1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j-cs"/>
                        </a:rPr>
                      </a:br>
                      <a:endParaRPr lang="ru-RU" sz="1400" b="1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+mj-cs"/>
                      </a:endParaRPr>
                    </a:p>
                  </a:txBody>
                  <a:tcPr marL="89525" marR="89525" marT="44762" marB="44762" anchor="b">
                    <a:lnB w="19050" cap="flat" cmpd="sng" algn="ctr">
                      <a:solidFill>
                        <a:srgbClr val="041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b="1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j-cs"/>
                        </a:rPr>
                        <a:t>Количество </a:t>
                      </a:r>
                      <a:r>
                        <a:rPr lang="ru-RU" sz="1400" b="1" kern="120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j-cs"/>
                        </a:rPr>
                        <a:t>трудоуст</a:t>
                      </a:r>
                      <a:r>
                        <a:rPr lang="ru-RU" sz="1400" b="1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j-cs"/>
                        </a:rPr>
                        <a:t>-роенных </a:t>
                      </a:r>
                      <a:r>
                        <a:rPr lang="ru-RU" sz="1400" b="1" kern="120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j-cs"/>
                        </a:rPr>
                        <a:t>выпускни</a:t>
                      </a:r>
                      <a:r>
                        <a:rPr lang="ru-RU" sz="1400" b="1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j-cs"/>
                        </a:rPr>
                        <a:t>-ков </a:t>
                      </a:r>
                    </a:p>
                  </a:txBody>
                  <a:tcPr marL="89525" marR="89525" marT="44762" marB="44762" anchor="ctr">
                    <a:lnB w="19050" cap="flat" cmpd="sng" algn="ctr">
                      <a:solidFill>
                        <a:srgbClr val="041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b="1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j-cs"/>
                        </a:rPr>
                        <a:t>Количество, проходящих военную службу по призыву</a:t>
                      </a:r>
                    </a:p>
                  </a:txBody>
                  <a:tcPr marL="89525" marR="89525" marT="44762" marB="44762" anchor="ctr">
                    <a:lnB w="19050" cap="flat" cmpd="sng" algn="ctr">
                      <a:solidFill>
                        <a:srgbClr val="041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b="1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j-cs"/>
                        </a:rPr>
                        <a:t>Количество выпускников, которые продолжили обучение</a:t>
                      </a:r>
                    </a:p>
                  </a:txBody>
                  <a:tcPr marL="89525" marR="89525" marT="44762" marB="44762" anchor="ctr">
                    <a:lnB w="19050" cap="flat" cmpd="sng" algn="ctr">
                      <a:solidFill>
                        <a:srgbClr val="041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b="1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j-cs"/>
                        </a:rPr>
                        <a:t>Количество выпускников, находящихся в отпуске по уходу за ребенком</a:t>
                      </a:r>
                    </a:p>
                  </a:txBody>
                  <a:tcPr marL="89525" marR="89525" marT="44762" marB="44762" anchor="ctr">
                    <a:lnB w="19050" cap="flat" cmpd="sng" algn="ctr">
                      <a:solidFill>
                        <a:srgbClr val="041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b="1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j-cs"/>
                        </a:rPr>
                        <a:t>Количество </a:t>
                      </a:r>
                      <a:r>
                        <a:rPr lang="ru-RU" sz="1400" b="1" kern="120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j-cs"/>
                        </a:rPr>
                        <a:t>нетрудоуст</a:t>
                      </a:r>
                      <a:r>
                        <a:rPr lang="ru-RU" sz="1400" b="1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j-cs"/>
                        </a:rPr>
                        <a:t>-роенных выпускников</a:t>
                      </a:r>
                    </a:p>
                  </a:txBody>
                  <a:tcPr marL="89525" marR="89525" marT="44762" marB="44762" anchor="ctr">
                    <a:lnB w="19050" cap="flat" cmpd="sng" algn="ctr">
                      <a:solidFill>
                        <a:srgbClr val="041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9625096"/>
                  </a:ext>
                </a:extLst>
              </a:tr>
              <a:tr h="739833">
                <a:tc>
                  <a:txBody>
                    <a:bodyPr/>
                    <a:lstStyle/>
                    <a:p>
                      <a:r>
                        <a:rPr lang="ru-RU" sz="1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j-cs"/>
                        </a:rPr>
                        <a:t>Бакалавриат</a:t>
                      </a:r>
                    </a:p>
                  </a:txBody>
                  <a:tcPr marL="89525" marR="89525" marT="44762" marB="44762" anchor="ctr">
                    <a:lnT w="19050" cap="flat" cmpd="sng" algn="ctr">
                      <a:solidFill>
                        <a:srgbClr val="041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j-cs"/>
                        </a:rPr>
                        <a:t>684</a:t>
                      </a:r>
                    </a:p>
                  </a:txBody>
                  <a:tcPr marL="89525" marR="89525" marT="44762" marB="44762" anchor="ctr">
                    <a:lnT w="19050" cap="flat" cmpd="sng" algn="ctr">
                      <a:solidFill>
                        <a:srgbClr val="041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j-cs"/>
                        </a:rPr>
                        <a:t>359</a:t>
                      </a:r>
                    </a:p>
                  </a:txBody>
                  <a:tcPr marL="89525" marR="89525" marT="44762" marB="44762" anchor="ctr">
                    <a:lnT w="19050" cap="flat" cmpd="sng" algn="ctr">
                      <a:solidFill>
                        <a:srgbClr val="041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j-cs"/>
                        </a:rPr>
                        <a:t>13</a:t>
                      </a:r>
                    </a:p>
                  </a:txBody>
                  <a:tcPr marL="89525" marR="89525" marT="44762" marB="44762" anchor="ctr">
                    <a:lnT w="19050" cap="flat" cmpd="sng" algn="ctr">
                      <a:solidFill>
                        <a:srgbClr val="041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j-cs"/>
                        </a:rPr>
                        <a:t>304</a:t>
                      </a:r>
                    </a:p>
                  </a:txBody>
                  <a:tcPr marL="89525" marR="89525" marT="44762" marB="44762" anchor="ctr">
                    <a:lnT w="19050" cap="flat" cmpd="sng" algn="ctr">
                      <a:solidFill>
                        <a:srgbClr val="041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j-cs"/>
                        </a:rPr>
                        <a:t>2</a:t>
                      </a:r>
                    </a:p>
                  </a:txBody>
                  <a:tcPr marL="89525" marR="89525" marT="44762" marB="44762" anchor="ctr">
                    <a:lnT w="19050" cap="flat" cmpd="sng" algn="ctr">
                      <a:solidFill>
                        <a:srgbClr val="041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j-cs"/>
                        </a:rPr>
                        <a:t>6</a:t>
                      </a:r>
                    </a:p>
                  </a:txBody>
                  <a:tcPr marL="89525" marR="89525" marT="44762" marB="44762" anchor="ctr">
                    <a:lnT w="19050" cap="flat" cmpd="sng" algn="ctr">
                      <a:solidFill>
                        <a:srgbClr val="041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0923925"/>
                  </a:ext>
                </a:extLst>
              </a:tr>
              <a:tr h="723207">
                <a:tc>
                  <a:txBody>
                    <a:bodyPr/>
                    <a:lstStyle/>
                    <a:p>
                      <a:r>
                        <a:rPr lang="ru-RU" sz="1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j-cs"/>
                        </a:rPr>
                        <a:t>Специалитет</a:t>
                      </a:r>
                    </a:p>
                  </a:txBody>
                  <a:tcPr marL="89525" marR="89525" marT="44762" marB="44762"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93</a:t>
                      </a:r>
                      <a:endParaRPr lang="ru-RU" sz="16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89525" marR="89525" marT="44762" marB="44762"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80</a:t>
                      </a:r>
                      <a:endParaRPr lang="ru-RU" sz="16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89525" marR="89525" marT="44762" marB="44762"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9</a:t>
                      </a:r>
                      <a:endParaRPr lang="ru-RU" sz="16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89525" marR="89525" marT="44762" marB="44762"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3</a:t>
                      </a:r>
                      <a:endParaRPr lang="ru-RU" sz="16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89525" marR="89525" marT="44762" marB="44762"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0</a:t>
                      </a:r>
                      <a:endParaRPr lang="ru-RU" sz="16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89525" marR="89525" marT="44762" marB="44762"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1</a:t>
                      </a:r>
                      <a:endParaRPr lang="ru-RU" sz="16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89525" marR="89525" marT="44762" marB="44762"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3515368"/>
                  </a:ext>
                </a:extLst>
              </a:tr>
              <a:tr h="608172">
                <a:tc>
                  <a:txBody>
                    <a:bodyPr/>
                    <a:lstStyle/>
                    <a:p>
                      <a:r>
                        <a:rPr lang="ru-RU" sz="1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j-cs"/>
                        </a:rPr>
                        <a:t>Магистратура</a:t>
                      </a:r>
                    </a:p>
                  </a:txBody>
                  <a:tcPr marL="89525" marR="89525" marT="44762" marB="44762"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211</a:t>
                      </a:r>
                      <a:endParaRPr lang="ru-RU" sz="16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89525" marR="89525" marT="44762" marB="44762"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188</a:t>
                      </a:r>
                      <a:endParaRPr lang="ru-RU" sz="16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89525" marR="89525" marT="44762" marB="44762"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13</a:t>
                      </a:r>
                      <a:endParaRPr lang="ru-RU" sz="16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89525" marR="89525" marT="44762" marB="44762"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8</a:t>
                      </a:r>
                      <a:endParaRPr lang="ru-RU" sz="16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89525" marR="89525" marT="44762" marB="44762"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0</a:t>
                      </a:r>
                      <a:endParaRPr lang="ru-RU" sz="16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89525" marR="89525" marT="44762" marB="44762"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2</a:t>
                      </a:r>
                      <a:endParaRPr lang="ru-RU" sz="16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89525" marR="89525" marT="44762" marB="44762"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6137258"/>
                  </a:ext>
                </a:extLst>
              </a:tr>
            </a:tbl>
          </a:graphicData>
        </a:graphic>
      </p:graphicFrame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0D23372A-E5D4-4B30-983B-A9A3E23E62DD}"/>
              </a:ext>
            </a:extLst>
          </p:cNvPr>
          <p:cNvSpPr/>
          <p:nvPr/>
        </p:nvSpPr>
        <p:spPr>
          <a:xfrm>
            <a:off x="10476818" y="6357234"/>
            <a:ext cx="1715181" cy="500766"/>
          </a:xfrm>
          <a:prstGeom prst="rect">
            <a:avLst/>
          </a:prstGeom>
          <a:solidFill>
            <a:srgbClr val="3C38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Номер слайда 4">
            <a:extLst>
              <a:ext uri="{FF2B5EF4-FFF2-40B4-BE49-F238E27FC236}">
                <a16:creationId xmlns:a16="http://schemas.microsoft.com/office/drawing/2014/main" id="{4F64A34B-EA37-4DB5-A310-89BB73FCEA67}"/>
              </a:ext>
            </a:extLst>
          </p:cNvPr>
          <p:cNvSpPr txBox="1">
            <a:spLocks/>
          </p:cNvSpPr>
          <p:nvPr/>
        </p:nvSpPr>
        <p:spPr>
          <a:xfrm>
            <a:off x="9039225" y="64250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3BD0280-3925-48FA-8745-52DE0C7BF3BF}" type="slidenum">
              <a:rPr lang="ru-RU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11</a:t>
            </a:fld>
            <a:endParaRPr lang="ru-RU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12084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127621BB-EC69-4456-80E0-255E3A10921D}"/>
              </a:ext>
            </a:extLst>
          </p:cNvPr>
          <p:cNvSpPr/>
          <p:nvPr/>
        </p:nvSpPr>
        <p:spPr>
          <a:xfrm>
            <a:off x="5932023" y="2102068"/>
            <a:ext cx="1603894" cy="4410479"/>
          </a:xfrm>
          <a:prstGeom prst="rect">
            <a:avLst/>
          </a:prstGeom>
          <a:solidFill>
            <a:srgbClr val="6D69C3">
              <a:alpha val="1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39EF1D66-BBA3-4809-869C-212215B222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476818" y="476464"/>
            <a:ext cx="1195407" cy="338095"/>
          </a:xfrm>
          <a:prstGeom prst="rect">
            <a:avLst/>
          </a:prstGeom>
        </p:spPr>
      </p:pic>
      <p:sp>
        <p:nvSpPr>
          <p:cNvPr id="10" name="Заголовок 1">
            <a:extLst>
              <a:ext uri="{FF2B5EF4-FFF2-40B4-BE49-F238E27FC236}">
                <a16:creationId xmlns:a16="http://schemas.microsoft.com/office/drawing/2014/main" id="{CA4D00BE-7E4B-472B-A4DB-A28EB9A2B26C}"/>
              </a:ext>
            </a:extLst>
          </p:cNvPr>
          <p:cNvSpPr txBox="1">
            <a:spLocks/>
          </p:cNvSpPr>
          <p:nvPr/>
        </p:nvSpPr>
        <p:spPr>
          <a:xfrm>
            <a:off x="448733" y="345453"/>
            <a:ext cx="10515600" cy="9382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800" b="1" dirty="0">
                <a:solidFill>
                  <a:srgbClr val="3C388D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ПРИМЕР ОФОРМЛЕНИЯ </a:t>
            </a:r>
            <a:br>
              <a:rPr lang="ru-RU" sz="2800" b="1" dirty="0">
                <a:solidFill>
                  <a:srgbClr val="3C388D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ru-RU" sz="2800" b="1" dirty="0">
                <a:solidFill>
                  <a:srgbClr val="3C388D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СЛАЙДА С ДИАГРАММОЙ</a:t>
            </a:r>
          </a:p>
        </p:txBody>
      </p:sp>
      <p:graphicFrame>
        <p:nvGraphicFramePr>
          <p:cNvPr id="14" name="Содержимое 3">
            <a:extLst>
              <a:ext uri="{FF2B5EF4-FFF2-40B4-BE49-F238E27FC236}">
                <a16:creationId xmlns:a16="http://schemas.microsoft.com/office/drawing/2014/main" id="{01DB5CB8-69F1-47A1-A8B7-857E3A42355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23669148"/>
              </p:ext>
            </p:extLst>
          </p:nvPr>
        </p:nvGraphicFramePr>
        <p:xfrm>
          <a:off x="329133" y="1886204"/>
          <a:ext cx="11343092" cy="462634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D757499D-B07A-7600-3A8B-702264E38923}"/>
              </a:ext>
            </a:extLst>
          </p:cNvPr>
          <p:cNvSpPr/>
          <p:nvPr/>
        </p:nvSpPr>
        <p:spPr>
          <a:xfrm>
            <a:off x="480073" y="1384879"/>
            <a:ext cx="338105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Название диаграммы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7C1315EB-4FDD-45E0-A0AD-006301B2387D}"/>
              </a:ext>
            </a:extLst>
          </p:cNvPr>
          <p:cNvSpPr/>
          <p:nvPr/>
        </p:nvSpPr>
        <p:spPr>
          <a:xfrm>
            <a:off x="10476818" y="6357234"/>
            <a:ext cx="1715181" cy="500766"/>
          </a:xfrm>
          <a:prstGeom prst="rect">
            <a:avLst/>
          </a:prstGeom>
          <a:solidFill>
            <a:srgbClr val="3C38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Номер слайда 4">
            <a:extLst>
              <a:ext uri="{FF2B5EF4-FFF2-40B4-BE49-F238E27FC236}">
                <a16:creationId xmlns:a16="http://schemas.microsoft.com/office/drawing/2014/main" id="{34B78249-BAE6-43B3-A25D-1C275E142BB5}"/>
              </a:ext>
            </a:extLst>
          </p:cNvPr>
          <p:cNvSpPr txBox="1">
            <a:spLocks/>
          </p:cNvSpPr>
          <p:nvPr/>
        </p:nvSpPr>
        <p:spPr>
          <a:xfrm>
            <a:off x="9039225" y="64250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3BD0280-3925-48FA-8745-52DE0C7BF3BF}" type="slidenum">
              <a:rPr lang="ru-RU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12</a:t>
            </a:fld>
            <a:endParaRPr lang="ru-RU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52166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AF0213D8-205B-AF08-5141-D16C9992838D}"/>
              </a:ext>
            </a:extLst>
          </p:cNvPr>
          <p:cNvSpPr/>
          <p:nvPr/>
        </p:nvSpPr>
        <p:spPr>
          <a:xfrm>
            <a:off x="5932023" y="2102068"/>
            <a:ext cx="1603894" cy="4410479"/>
          </a:xfrm>
          <a:prstGeom prst="rect">
            <a:avLst/>
          </a:prstGeom>
          <a:solidFill>
            <a:srgbClr val="D1BED9">
              <a:alpha val="2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39EF1D66-BBA3-4809-869C-212215B222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76818" y="476464"/>
            <a:ext cx="1195407" cy="338095"/>
          </a:xfrm>
          <a:prstGeom prst="rect">
            <a:avLst/>
          </a:prstGeom>
        </p:spPr>
      </p:pic>
      <p:sp>
        <p:nvSpPr>
          <p:cNvPr id="10" name="Заголовок 1">
            <a:extLst>
              <a:ext uri="{FF2B5EF4-FFF2-40B4-BE49-F238E27FC236}">
                <a16:creationId xmlns:a16="http://schemas.microsoft.com/office/drawing/2014/main" id="{CA4D00BE-7E4B-472B-A4DB-A28EB9A2B26C}"/>
              </a:ext>
            </a:extLst>
          </p:cNvPr>
          <p:cNvSpPr txBox="1">
            <a:spLocks/>
          </p:cNvSpPr>
          <p:nvPr/>
        </p:nvSpPr>
        <p:spPr>
          <a:xfrm>
            <a:off x="448733" y="345453"/>
            <a:ext cx="10515600" cy="9382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800" b="1" dirty="0">
                <a:solidFill>
                  <a:srgbClr val="3C388D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ПРИМЕР ОФОРМЛЕНИЯ </a:t>
            </a:r>
            <a:br>
              <a:rPr lang="ru-RU" sz="2800" b="1" dirty="0">
                <a:solidFill>
                  <a:srgbClr val="3C388D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ru-RU" sz="2800" b="1" dirty="0">
                <a:solidFill>
                  <a:srgbClr val="3C388D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СЛАЙДА С ДИАГРАММОЙ</a:t>
            </a:r>
          </a:p>
        </p:txBody>
      </p:sp>
      <p:graphicFrame>
        <p:nvGraphicFramePr>
          <p:cNvPr id="14" name="Содержимое 3">
            <a:extLst>
              <a:ext uri="{FF2B5EF4-FFF2-40B4-BE49-F238E27FC236}">
                <a16:creationId xmlns:a16="http://schemas.microsoft.com/office/drawing/2014/main" id="{01DB5CB8-69F1-47A1-A8B7-857E3A42355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60030892"/>
              </p:ext>
            </p:extLst>
          </p:nvPr>
        </p:nvGraphicFramePr>
        <p:xfrm>
          <a:off x="329133" y="1886205"/>
          <a:ext cx="11343092" cy="462634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D757499D-B07A-7600-3A8B-702264E38923}"/>
              </a:ext>
            </a:extLst>
          </p:cNvPr>
          <p:cNvSpPr/>
          <p:nvPr/>
        </p:nvSpPr>
        <p:spPr>
          <a:xfrm>
            <a:off x="480073" y="1384879"/>
            <a:ext cx="338105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Название диаграммы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12F69364-2CB5-412F-A9C9-5798EEC791C5}"/>
              </a:ext>
            </a:extLst>
          </p:cNvPr>
          <p:cNvSpPr/>
          <p:nvPr/>
        </p:nvSpPr>
        <p:spPr>
          <a:xfrm>
            <a:off x="10476818" y="6357234"/>
            <a:ext cx="1715181" cy="500766"/>
          </a:xfrm>
          <a:prstGeom prst="rect">
            <a:avLst/>
          </a:prstGeom>
          <a:solidFill>
            <a:srgbClr val="3C38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Номер слайда 4">
            <a:extLst>
              <a:ext uri="{FF2B5EF4-FFF2-40B4-BE49-F238E27FC236}">
                <a16:creationId xmlns:a16="http://schemas.microsoft.com/office/drawing/2014/main" id="{ACAD569D-7EB8-4455-8D63-CD7B76363421}"/>
              </a:ext>
            </a:extLst>
          </p:cNvPr>
          <p:cNvSpPr txBox="1">
            <a:spLocks/>
          </p:cNvSpPr>
          <p:nvPr/>
        </p:nvSpPr>
        <p:spPr>
          <a:xfrm>
            <a:off x="9039225" y="64250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3BD0280-3925-48FA-8745-52DE0C7BF3BF}" type="slidenum">
              <a:rPr lang="ru-RU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13</a:t>
            </a:fld>
            <a:endParaRPr lang="ru-RU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95134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E301BBB9-60A2-69D2-3C2B-37E80CBE9D62}"/>
              </a:ext>
            </a:extLst>
          </p:cNvPr>
          <p:cNvSpPr/>
          <p:nvPr/>
        </p:nvSpPr>
        <p:spPr>
          <a:xfrm rot="5400000">
            <a:off x="4320317" y="-1134551"/>
            <a:ext cx="811475" cy="8793847"/>
          </a:xfrm>
          <a:prstGeom prst="rect">
            <a:avLst/>
          </a:prstGeom>
          <a:solidFill>
            <a:srgbClr val="6D69C3">
              <a:alpha val="1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39EF1D66-BBA3-4809-869C-212215B222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76818" y="476464"/>
            <a:ext cx="1195407" cy="338095"/>
          </a:xfrm>
          <a:prstGeom prst="rect">
            <a:avLst/>
          </a:prstGeom>
        </p:spPr>
      </p:pic>
      <p:sp>
        <p:nvSpPr>
          <p:cNvPr id="10" name="Заголовок 1">
            <a:extLst>
              <a:ext uri="{FF2B5EF4-FFF2-40B4-BE49-F238E27FC236}">
                <a16:creationId xmlns:a16="http://schemas.microsoft.com/office/drawing/2014/main" id="{CA4D00BE-7E4B-472B-A4DB-A28EB9A2B26C}"/>
              </a:ext>
            </a:extLst>
          </p:cNvPr>
          <p:cNvSpPr txBox="1">
            <a:spLocks/>
          </p:cNvSpPr>
          <p:nvPr/>
        </p:nvSpPr>
        <p:spPr>
          <a:xfrm>
            <a:off x="448733" y="345453"/>
            <a:ext cx="10515600" cy="9382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800" b="1" dirty="0">
                <a:solidFill>
                  <a:srgbClr val="3C388D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ПРИМЕР ОФОРМЛЕНИЯ </a:t>
            </a:r>
            <a:br>
              <a:rPr lang="ru-RU" sz="2800" b="1" dirty="0">
                <a:solidFill>
                  <a:srgbClr val="3C388D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ru-RU" sz="2800" b="1" dirty="0">
                <a:solidFill>
                  <a:srgbClr val="3C388D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СЛАЙДА С ДИАГРАММОЙ</a:t>
            </a:r>
          </a:p>
        </p:txBody>
      </p:sp>
      <p:graphicFrame>
        <p:nvGraphicFramePr>
          <p:cNvPr id="14" name="Содержимое 3">
            <a:extLst>
              <a:ext uri="{FF2B5EF4-FFF2-40B4-BE49-F238E27FC236}">
                <a16:creationId xmlns:a16="http://schemas.microsoft.com/office/drawing/2014/main" id="{01DB5CB8-69F1-47A1-A8B7-857E3A42355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49283133"/>
              </p:ext>
            </p:extLst>
          </p:nvPr>
        </p:nvGraphicFramePr>
        <p:xfrm>
          <a:off x="329133" y="1886204"/>
          <a:ext cx="11343092" cy="462634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D757499D-B07A-7600-3A8B-702264E38923}"/>
              </a:ext>
            </a:extLst>
          </p:cNvPr>
          <p:cNvSpPr/>
          <p:nvPr/>
        </p:nvSpPr>
        <p:spPr>
          <a:xfrm>
            <a:off x="480073" y="1384879"/>
            <a:ext cx="338105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Название диаграммы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9034BC65-10C7-4118-9FD2-2E88AD638076}"/>
              </a:ext>
            </a:extLst>
          </p:cNvPr>
          <p:cNvSpPr/>
          <p:nvPr/>
        </p:nvSpPr>
        <p:spPr>
          <a:xfrm>
            <a:off x="10476818" y="6357234"/>
            <a:ext cx="1715181" cy="500766"/>
          </a:xfrm>
          <a:prstGeom prst="rect">
            <a:avLst/>
          </a:prstGeom>
          <a:solidFill>
            <a:srgbClr val="3C38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Номер слайда 4">
            <a:extLst>
              <a:ext uri="{FF2B5EF4-FFF2-40B4-BE49-F238E27FC236}">
                <a16:creationId xmlns:a16="http://schemas.microsoft.com/office/drawing/2014/main" id="{EBA993A7-D5E1-4D02-8B08-8A838B4F85D4}"/>
              </a:ext>
            </a:extLst>
          </p:cNvPr>
          <p:cNvSpPr txBox="1">
            <a:spLocks/>
          </p:cNvSpPr>
          <p:nvPr/>
        </p:nvSpPr>
        <p:spPr>
          <a:xfrm>
            <a:off x="9039225" y="64250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3BD0280-3925-48FA-8745-52DE0C7BF3BF}" type="slidenum">
              <a:rPr lang="ru-RU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14</a:t>
            </a:fld>
            <a:endParaRPr lang="ru-RU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33115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39EF1D66-BBA3-4809-869C-212215B222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76818" y="476464"/>
            <a:ext cx="1195407" cy="338095"/>
          </a:xfrm>
          <a:prstGeom prst="rect">
            <a:avLst/>
          </a:prstGeom>
        </p:spPr>
      </p:pic>
      <p:sp>
        <p:nvSpPr>
          <p:cNvPr id="10" name="Заголовок 1">
            <a:extLst>
              <a:ext uri="{FF2B5EF4-FFF2-40B4-BE49-F238E27FC236}">
                <a16:creationId xmlns:a16="http://schemas.microsoft.com/office/drawing/2014/main" id="{CA4D00BE-7E4B-472B-A4DB-A28EB9A2B26C}"/>
              </a:ext>
            </a:extLst>
          </p:cNvPr>
          <p:cNvSpPr txBox="1">
            <a:spLocks/>
          </p:cNvSpPr>
          <p:nvPr/>
        </p:nvSpPr>
        <p:spPr>
          <a:xfrm>
            <a:off x="448733" y="345453"/>
            <a:ext cx="10515600" cy="9382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800" b="1" dirty="0">
                <a:solidFill>
                  <a:srgbClr val="3C388D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ПРИМЕР ОФОРМЛЕНИЯ </a:t>
            </a:r>
            <a:br>
              <a:rPr lang="ru-RU" sz="2800" b="1" dirty="0">
                <a:solidFill>
                  <a:srgbClr val="3C388D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ru-RU" sz="2800" b="1" dirty="0">
                <a:solidFill>
                  <a:srgbClr val="3C388D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СЛАЙДА С ДИАГРАММОЙ</a:t>
            </a:r>
          </a:p>
        </p:txBody>
      </p:sp>
      <p:graphicFrame>
        <p:nvGraphicFramePr>
          <p:cNvPr id="14" name="Содержимое 3">
            <a:extLst>
              <a:ext uri="{FF2B5EF4-FFF2-40B4-BE49-F238E27FC236}">
                <a16:creationId xmlns:a16="http://schemas.microsoft.com/office/drawing/2014/main" id="{01DB5CB8-69F1-47A1-A8B7-857E3A42355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62505520"/>
              </p:ext>
            </p:extLst>
          </p:nvPr>
        </p:nvGraphicFramePr>
        <p:xfrm>
          <a:off x="480074" y="2449082"/>
          <a:ext cx="3955086" cy="414319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D757499D-B07A-7600-3A8B-702264E38923}"/>
              </a:ext>
            </a:extLst>
          </p:cNvPr>
          <p:cNvSpPr/>
          <p:nvPr/>
        </p:nvSpPr>
        <p:spPr>
          <a:xfrm>
            <a:off x="480073" y="1384879"/>
            <a:ext cx="338105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Название диаграммы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3B6B1CE8-0424-4B8C-93E7-FC0E2AD3BD99}"/>
              </a:ext>
            </a:extLst>
          </p:cNvPr>
          <p:cNvSpPr/>
          <p:nvPr/>
        </p:nvSpPr>
        <p:spPr>
          <a:xfrm>
            <a:off x="448733" y="2122386"/>
            <a:ext cx="160973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Показатель 1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28C22D40-D800-4C33-891E-36C08A88068F}"/>
              </a:ext>
            </a:extLst>
          </p:cNvPr>
          <p:cNvSpPr/>
          <p:nvPr/>
        </p:nvSpPr>
        <p:spPr>
          <a:xfrm>
            <a:off x="5291132" y="2126849"/>
            <a:ext cx="160973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Показатель 2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4CB5F997-A20B-4140-8AA7-7C0B670A8DB3}"/>
              </a:ext>
            </a:extLst>
          </p:cNvPr>
          <p:cNvSpPr/>
          <p:nvPr/>
        </p:nvSpPr>
        <p:spPr>
          <a:xfrm>
            <a:off x="10476818" y="6357234"/>
            <a:ext cx="1715181" cy="500766"/>
          </a:xfrm>
          <a:prstGeom prst="rect">
            <a:avLst/>
          </a:prstGeom>
          <a:solidFill>
            <a:srgbClr val="3C38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Номер слайда 4">
            <a:extLst>
              <a:ext uri="{FF2B5EF4-FFF2-40B4-BE49-F238E27FC236}">
                <a16:creationId xmlns:a16="http://schemas.microsoft.com/office/drawing/2014/main" id="{BA775CF9-98FD-40F7-89CF-50F1F28AFED8}"/>
              </a:ext>
            </a:extLst>
          </p:cNvPr>
          <p:cNvSpPr txBox="1">
            <a:spLocks/>
          </p:cNvSpPr>
          <p:nvPr/>
        </p:nvSpPr>
        <p:spPr>
          <a:xfrm>
            <a:off x="9039225" y="64250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3BD0280-3925-48FA-8745-52DE0C7BF3BF}" type="slidenum">
              <a:rPr lang="ru-RU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15</a:t>
            </a:fld>
            <a:endParaRPr lang="ru-RU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graphicFrame>
        <p:nvGraphicFramePr>
          <p:cNvPr id="20" name="Содержимое 3">
            <a:extLst>
              <a:ext uri="{FF2B5EF4-FFF2-40B4-BE49-F238E27FC236}">
                <a16:creationId xmlns:a16="http://schemas.microsoft.com/office/drawing/2014/main" id="{C9098B18-E1D8-4A67-AC0B-4371F3D3E25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51375679"/>
              </p:ext>
            </p:extLst>
          </p:nvPr>
        </p:nvGraphicFramePr>
        <p:xfrm>
          <a:off x="5291132" y="2451512"/>
          <a:ext cx="3955086" cy="414319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1421388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39EF1D66-BBA3-4809-869C-212215B222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76818" y="476464"/>
            <a:ext cx="1195407" cy="338095"/>
          </a:xfrm>
          <a:prstGeom prst="rect">
            <a:avLst/>
          </a:prstGeom>
        </p:spPr>
      </p:pic>
      <p:sp>
        <p:nvSpPr>
          <p:cNvPr id="10" name="Заголовок 1">
            <a:extLst>
              <a:ext uri="{FF2B5EF4-FFF2-40B4-BE49-F238E27FC236}">
                <a16:creationId xmlns:a16="http://schemas.microsoft.com/office/drawing/2014/main" id="{CA4D00BE-7E4B-472B-A4DB-A28EB9A2B26C}"/>
              </a:ext>
            </a:extLst>
          </p:cNvPr>
          <p:cNvSpPr txBox="1">
            <a:spLocks/>
          </p:cNvSpPr>
          <p:nvPr/>
        </p:nvSpPr>
        <p:spPr>
          <a:xfrm>
            <a:off x="448733" y="345453"/>
            <a:ext cx="10515600" cy="9382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800" b="1" dirty="0">
                <a:solidFill>
                  <a:srgbClr val="3C388D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ПРИМЕР ОФОРМЛЕНИЯ </a:t>
            </a:r>
            <a:br>
              <a:rPr lang="ru-RU" sz="2800" b="1" dirty="0">
                <a:solidFill>
                  <a:srgbClr val="3C388D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ru-RU" sz="2800" b="1" dirty="0">
                <a:solidFill>
                  <a:srgbClr val="3C388D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СЛАЙДА С ДИАГРАММОЙ</a:t>
            </a:r>
          </a:p>
        </p:txBody>
      </p:sp>
      <p:graphicFrame>
        <p:nvGraphicFramePr>
          <p:cNvPr id="14" name="Содержимое 3">
            <a:extLst>
              <a:ext uri="{FF2B5EF4-FFF2-40B4-BE49-F238E27FC236}">
                <a16:creationId xmlns:a16="http://schemas.microsoft.com/office/drawing/2014/main" id="{01DB5CB8-69F1-47A1-A8B7-857E3A42355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96351614"/>
              </p:ext>
            </p:extLst>
          </p:nvPr>
        </p:nvGraphicFramePr>
        <p:xfrm>
          <a:off x="193057" y="2449081"/>
          <a:ext cx="3955086" cy="414319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D757499D-B07A-7600-3A8B-702264E38923}"/>
              </a:ext>
            </a:extLst>
          </p:cNvPr>
          <p:cNvSpPr/>
          <p:nvPr/>
        </p:nvSpPr>
        <p:spPr>
          <a:xfrm>
            <a:off x="480073" y="1502970"/>
            <a:ext cx="338105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Название диаграммы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3B6B1CE8-0424-4B8C-93E7-FC0E2AD3BD99}"/>
              </a:ext>
            </a:extLst>
          </p:cNvPr>
          <p:cNvSpPr/>
          <p:nvPr/>
        </p:nvSpPr>
        <p:spPr>
          <a:xfrm>
            <a:off x="448733" y="2122386"/>
            <a:ext cx="160973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Показатель 1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28C22D40-D800-4C33-891E-36C08A88068F}"/>
              </a:ext>
            </a:extLst>
          </p:cNvPr>
          <p:cNvSpPr/>
          <p:nvPr/>
        </p:nvSpPr>
        <p:spPr>
          <a:xfrm>
            <a:off x="5451946" y="2122386"/>
            <a:ext cx="160973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Показатель 2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4CB5F997-A20B-4140-8AA7-7C0B670A8DB3}"/>
              </a:ext>
            </a:extLst>
          </p:cNvPr>
          <p:cNvSpPr/>
          <p:nvPr/>
        </p:nvSpPr>
        <p:spPr>
          <a:xfrm>
            <a:off x="10476818" y="6357234"/>
            <a:ext cx="1715181" cy="500766"/>
          </a:xfrm>
          <a:prstGeom prst="rect">
            <a:avLst/>
          </a:prstGeom>
          <a:solidFill>
            <a:srgbClr val="3C38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Номер слайда 4">
            <a:extLst>
              <a:ext uri="{FF2B5EF4-FFF2-40B4-BE49-F238E27FC236}">
                <a16:creationId xmlns:a16="http://schemas.microsoft.com/office/drawing/2014/main" id="{BA775CF9-98FD-40F7-89CF-50F1F28AFED8}"/>
              </a:ext>
            </a:extLst>
          </p:cNvPr>
          <p:cNvSpPr txBox="1">
            <a:spLocks/>
          </p:cNvSpPr>
          <p:nvPr/>
        </p:nvSpPr>
        <p:spPr>
          <a:xfrm>
            <a:off x="9039225" y="64250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3BD0280-3925-48FA-8745-52DE0C7BF3BF}" type="slidenum">
              <a:rPr lang="ru-RU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16</a:t>
            </a:fld>
            <a:endParaRPr lang="ru-RU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graphicFrame>
        <p:nvGraphicFramePr>
          <p:cNvPr id="21" name="Содержимое 3">
            <a:extLst>
              <a:ext uri="{FF2B5EF4-FFF2-40B4-BE49-F238E27FC236}">
                <a16:creationId xmlns:a16="http://schemas.microsoft.com/office/drawing/2014/main" id="{D665A636-1273-410C-BD44-A2B689E04BE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09316351"/>
              </p:ext>
            </p:extLst>
          </p:nvPr>
        </p:nvGraphicFramePr>
        <p:xfrm>
          <a:off x="5059724" y="2449081"/>
          <a:ext cx="3955086" cy="414319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32807278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39EF1D66-BBA3-4809-869C-212215B222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76818" y="476464"/>
            <a:ext cx="1195407" cy="338095"/>
          </a:xfrm>
          <a:prstGeom prst="rect">
            <a:avLst/>
          </a:prstGeom>
        </p:spPr>
      </p:pic>
      <p:sp>
        <p:nvSpPr>
          <p:cNvPr id="10" name="Заголовок 1">
            <a:extLst>
              <a:ext uri="{FF2B5EF4-FFF2-40B4-BE49-F238E27FC236}">
                <a16:creationId xmlns:a16="http://schemas.microsoft.com/office/drawing/2014/main" id="{CA4D00BE-7E4B-472B-A4DB-A28EB9A2B26C}"/>
              </a:ext>
            </a:extLst>
          </p:cNvPr>
          <p:cNvSpPr txBox="1">
            <a:spLocks/>
          </p:cNvSpPr>
          <p:nvPr/>
        </p:nvSpPr>
        <p:spPr>
          <a:xfrm>
            <a:off x="448733" y="345453"/>
            <a:ext cx="10515600" cy="9382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800" b="1" dirty="0">
                <a:solidFill>
                  <a:srgbClr val="3C388D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ПРИМЕР </a:t>
            </a:r>
            <a:br>
              <a:rPr lang="ru-RU" sz="2800" b="1" dirty="0">
                <a:solidFill>
                  <a:srgbClr val="3C388D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ru-RU" sz="2800" b="1" dirty="0">
                <a:solidFill>
                  <a:srgbClr val="3C388D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ФИРМЕННЫХ ИКОНОК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47396A78-5BB5-8335-B5F2-B0E640648F2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733" y="1926673"/>
            <a:ext cx="9588646" cy="4585874"/>
          </a:xfrm>
          <a:prstGeom prst="rect">
            <a:avLst/>
          </a:prstGeom>
        </p:spPr>
      </p:pic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549088B7-9A47-44CD-94CE-02947A113F22}"/>
              </a:ext>
            </a:extLst>
          </p:cNvPr>
          <p:cNvSpPr/>
          <p:nvPr/>
        </p:nvSpPr>
        <p:spPr>
          <a:xfrm>
            <a:off x="10476818" y="6357234"/>
            <a:ext cx="1715181" cy="500766"/>
          </a:xfrm>
          <a:prstGeom prst="rect">
            <a:avLst/>
          </a:prstGeom>
          <a:solidFill>
            <a:srgbClr val="3C38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Номер слайда 4">
            <a:extLst>
              <a:ext uri="{FF2B5EF4-FFF2-40B4-BE49-F238E27FC236}">
                <a16:creationId xmlns:a16="http://schemas.microsoft.com/office/drawing/2014/main" id="{4B0F6C5C-36AA-4BF5-B6D0-7FCA6A6D437B}"/>
              </a:ext>
            </a:extLst>
          </p:cNvPr>
          <p:cNvSpPr txBox="1">
            <a:spLocks/>
          </p:cNvSpPr>
          <p:nvPr/>
        </p:nvSpPr>
        <p:spPr>
          <a:xfrm>
            <a:off x="9039225" y="64250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3BD0280-3925-48FA-8745-52DE0C7BF3BF}" type="slidenum">
              <a:rPr lang="ru-RU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17</a:t>
            </a:fld>
            <a:endParaRPr lang="ru-RU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35183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C388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F7474090-B206-43C0-969E-36A803F3AF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7039" y="679681"/>
            <a:ext cx="2338312" cy="661341"/>
          </a:xfrm>
          <a:prstGeom prst="rect">
            <a:avLst/>
          </a:prstGeom>
        </p:spPr>
      </p:pic>
      <p:sp>
        <p:nvSpPr>
          <p:cNvPr id="4" name="object 21">
            <a:extLst>
              <a:ext uri="{FF2B5EF4-FFF2-40B4-BE49-F238E27FC236}">
                <a16:creationId xmlns:a16="http://schemas.microsoft.com/office/drawing/2014/main" id="{A3A4DCCF-4674-41A6-9649-5AEFCE619344}"/>
              </a:ext>
            </a:extLst>
          </p:cNvPr>
          <p:cNvSpPr txBox="1">
            <a:spLocks/>
          </p:cNvSpPr>
          <p:nvPr/>
        </p:nvSpPr>
        <p:spPr>
          <a:xfrm>
            <a:off x="707038" y="2805752"/>
            <a:ext cx="6870555" cy="1246495"/>
          </a:xfrm>
          <a:prstGeom prst="rect">
            <a:avLst/>
          </a:prstGeom>
        </p:spPr>
        <p:txBody>
          <a:bodyPr vert="horz" wrap="square" lIns="0" tIns="1524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ru-RU" sz="4000" dirty="0">
                <a:solidFill>
                  <a:srgbClr val="FFFFFF"/>
                </a:solidFill>
                <a:latin typeface="Nekst Bold" panose="00000800000000000000" pitchFamily="2" charset="-52"/>
              </a:rPr>
              <a:t>СПАСИБО </a:t>
            </a:r>
            <a:br>
              <a:rPr lang="ru-RU" sz="4000" dirty="0">
                <a:solidFill>
                  <a:srgbClr val="FFFFFF"/>
                </a:solidFill>
                <a:latin typeface="Nekst Bold" panose="00000800000000000000" pitchFamily="2" charset="-52"/>
              </a:rPr>
            </a:br>
            <a:r>
              <a:rPr lang="ru-RU" sz="4000" dirty="0">
                <a:solidFill>
                  <a:srgbClr val="FFFFFF"/>
                </a:solidFill>
                <a:latin typeface="Nekst Bold" panose="00000800000000000000" pitchFamily="2" charset="-52"/>
              </a:rPr>
              <a:t>ЗА ВНИМАНИЕ!</a:t>
            </a:r>
            <a:endParaRPr lang="ru-RU" sz="4000" dirty="0">
              <a:latin typeface="Nekst Bold" panose="00000800000000000000" pitchFamily="2" charset="-52"/>
            </a:endParaRPr>
          </a:p>
        </p:txBody>
      </p:sp>
      <p:sp>
        <p:nvSpPr>
          <p:cNvPr id="5" name="object 25">
            <a:extLst>
              <a:ext uri="{FF2B5EF4-FFF2-40B4-BE49-F238E27FC236}">
                <a16:creationId xmlns:a16="http://schemas.microsoft.com/office/drawing/2014/main" id="{0BA81BF3-B6BE-4F52-90CF-EA69FDA6367B}"/>
              </a:ext>
            </a:extLst>
          </p:cNvPr>
          <p:cNvSpPr txBox="1"/>
          <p:nvPr/>
        </p:nvSpPr>
        <p:spPr>
          <a:xfrm>
            <a:off x="10408256" y="6005822"/>
            <a:ext cx="1160891" cy="293029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b="1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tusur.ru</a:t>
            </a:r>
            <a:endParaRPr dirty="0">
              <a:latin typeface="Verdana" panose="020B0604030504040204" pitchFamily="34" charset="0"/>
              <a:ea typeface="Verdana" panose="020B0604030504040204" pitchFamily="34" charset="0"/>
              <a:cs typeface="Verdana"/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4BC420B5-68DA-4A04-BF66-4777E4377E6B}"/>
              </a:ext>
            </a:extLst>
          </p:cNvPr>
          <p:cNvSpPr/>
          <p:nvPr/>
        </p:nvSpPr>
        <p:spPr>
          <a:xfrm>
            <a:off x="622853" y="4857701"/>
            <a:ext cx="3521798" cy="33624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700" marR="553720">
              <a:lnSpc>
                <a:spcPct val="109400"/>
              </a:lnSpc>
              <a:spcBef>
                <a:spcPts val="525"/>
              </a:spcBef>
            </a:pPr>
            <a:r>
              <a:rPr lang="ru-RU" sz="1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г. Томск, пр. Ленина, 40  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0285BF20-4772-4B47-9219-A3AD8B0384DD}"/>
              </a:ext>
            </a:extLst>
          </p:cNvPr>
          <p:cNvSpPr/>
          <p:nvPr/>
        </p:nvSpPr>
        <p:spPr>
          <a:xfrm>
            <a:off x="622853" y="5225233"/>
            <a:ext cx="3271537" cy="33624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700" marR="553720">
              <a:lnSpc>
                <a:spcPct val="109400"/>
              </a:lnSpc>
              <a:spcBef>
                <a:spcPts val="525"/>
              </a:spcBef>
            </a:pPr>
            <a:r>
              <a:rPr lang="en-US" sz="16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e-mail: </a:t>
            </a:r>
            <a:r>
              <a:rPr lang="en-US" sz="1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office@tusur.ru 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D21469E0-94E2-443C-987A-658509CA2CD9}"/>
              </a:ext>
            </a:extLst>
          </p:cNvPr>
          <p:cNvSpPr/>
          <p:nvPr/>
        </p:nvSpPr>
        <p:spPr>
          <a:xfrm>
            <a:off x="622853" y="5592765"/>
            <a:ext cx="3119444" cy="33624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700" marR="553720">
              <a:lnSpc>
                <a:spcPct val="109400"/>
              </a:lnSpc>
              <a:spcBef>
                <a:spcPts val="525"/>
              </a:spcBef>
            </a:pPr>
            <a:r>
              <a:rPr lang="ru-RU" sz="16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тел.: </a:t>
            </a:r>
            <a:r>
              <a:rPr lang="ru-RU" sz="1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(3822) 51-05-30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218ABA92-99BC-4044-B090-7293ECA24869}"/>
              </a:ext>
            </a:extLst>
          </p:cNvPr>
          <p:cNvSpPr/>
          <p:nvPr/>
        </p:nvSpPr>
        <p:spPr>
          <a:xfrm>
            <a:off x="622853" y="5960297"/>
            <a:ext cx="269176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lang="ru-RU" sz="16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факс: </a:t>
            </a:r>
            <a:r>
              <a:rPr lang="ru-RU" sz="1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(3822) 51-32-62</a:t>
            </a:r>
          </a:p>
        </p:txBody>
      </p:sp>
    </p:spTree>
    <p:extLst>
      <p:ext uri="{BB962C8B-B14F-4D97-AF65-F5344CB8AC3E}">
        <p14:creationId xmlns:p14="http://schemas.microsoft.com/office/powerpoint/2010/main" val="205507299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Стандартная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656</TotalTime>
  <Words>370</Words>
  <Application>Microsoft Office PowerPoint</Application>
  <PresentationFormat>Широкоэкранный</PresentationFormat>
  <Paragraphs>110</Paragraphs>
  <Slides>18</Slides>
  <Notes>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18</vt:i4>
      </vt:variant>
    </vt:vector>
  </HeadingPairs>
  <TitlesOfParts>
    <vt:vector size="25" baseType="lpstr">
      <vt:lpstr>Arial</vt:lpstr>
      <vt:lpstr>Calibri</vt:lpstr>
      <vt:lpstr>Calibri Light</vt:lpstr>
      <vt:lpstr>Nekst Bold</vt:lpstr>
      <vt:lpstr>Verdana</vt:lpstr>
      <vt:lpstr>Wingdings</vt:lpstr>
      <vt:lpstr>Тема Office</vt:lpstr>
      <vt:lpstr>Требования по оформлению презентации 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Учебные корпуса и общежития находятся  в пешей доступности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Департамент образования: итоги 2021</dc:title>
  <dc:creator>User</dc:creator>
  <cp:lastModifiedBy>User</cp:lastModifiedBy>
  <cp:revision>51</cp:revision>
  <dcterms:created xsi:type="dcterms:W3CDTF">2022-06-29T03:22:44Z</dcterms:created>
  <dcterms:modified xsi:type="dcterms:W3CDTF">2022-07-19T11:04:51Z</dcterms:modified>
</cp:coreProperties>
</file>